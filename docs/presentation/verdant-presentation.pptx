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3" r:id="rId4"/>
    <p:sldMasterId id="2147483674" r:id="rId5"/>
  </p:sldMasterIdLst>
  <p:notesMasterIdLst>
    <p:notesMasterId r:id="rId6"/>
  </p:notesMasterIdLst>
  <p:sldIdLst>
    <p:sldId id="263" r:id="rId14"/>
    <p:sldId id="260" r:id="rId11"/>
    <p:sldId id="264" r:id="rId15"/>
    <p:sldId id="269" r:id="rId20"/>
  </p:sldIdLst>
  <p:sldSz cy="5143500" cx="9144000"/>
  <p:notesSz cx="6858000" cy="9144000"/>
  <p:embeddedFontLst>
    <p:embeddedFont>
      <p:font typeface="Raleway"/>
      <p:regular r:id="rId39"/>
      <p:bold r:id="rId40"/>
      <p:italic r:id="rId41"/>
      <p:boldItalic r:id="rId42"/>
    </p:embeddedFont>
    <p:embeddedFont>
      <p:font typeface="Hanken Grotesk"/>
      <p:regular r:id="rId43"/>
      <p:bold r:id="rId44"/>
      <p:italic r:id="rId45"/>
      <p:boldItalic r:id="rId46"/>
    </p:embeddedFont>
    <p:embeddedFont>
      <p:font typeface="VT323"/>
      <p:regular r:id="rId47"/>
    </p:embeddedFont>
    <p:embeddedFont>
      <p:font typeface="Inter"/>
      <p:regular r:id="rId48"/>
      <p:bold r:id="rId49"/>
      <p:italic r:id="rId50"/>
      <p:boldItalic r:id="rId51"/>
    </p:embeddedFont>
    <p:embeddedFont>
      <p:font typeface="Roboto Mono"/>
      <p:regular r:id="rId52"/>
      <p:bold r:id="rId53"/>
      <p:italic r:id="rId54"/>
      <p:boldItalic r:id="rId55"/>
    </p:embeddedFont>
    <p:embeddedFont>
      <p:font typeface="Open Sans"/>
      <p:regular r:id="rId56"/>
      <p:bold r:id="rId57"/>
      <p:italic r:id="rId58"/>
      <p:boldItalic r:id="rId5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535528E-C875-4908-AB80-04C8A26A6AD9}">
  <a:tblStyle styleId="{9535528E-C875-4908-AB80-04C8A26A6AD9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?><Relationships xmlns="http://schemas.openxmlformats.org/package/2006/relationships"><Relationship Id="rId1" Type="http://schemas.openxmlformats.org/officeDocument/2006/relationships/theme" Target="theme/theme3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11" Type="http://schemas.openxmlformats.org/officeDocument/2006/relationships/slide" Target="slides/slide3.xml"/><Relationship Id="rId14" Type="http://schemas.openxmlformats.org/officeDocument/2006/relationships/slide" Target="slides/slide1.xml"/><Relationship Id="rId15" Type="http://schemas.openxmlformats.org/officeDocument/2006/relationships/slide" Target="slides/slide4.xml"/><Relationship Id="rId20" Type="http://schemas.openxmlformats.org/officeDocument/2006/relationships/slide" Target="slides/slide5.xml"/><Relationship Id="rId39" Type="http://schemas.openxmlformats.org/officeDocument/2006/relationships/font" Target="fonts/Raleway-regular.fntdata"/><Relationship Id="rId40" Type="http://schemas.openxmlformats.org/officeDocument/2006/relationships/font" Target="fonts/Raleway-bold.fntdata"/><Relationship Id="rId41" Type="http://schemas.openxmlformats.org/officeDocument/2006/relationships/font" Target="fonts/Raleway-italic.fntdata"/><Relationship Id="rId42" Type="http://schemas.openxmlformats.org/officeDocument/2006/relationships/font" Target="fonts/Raleway-boldItalic.fntdata"/><Relationship Id="rId43" Type="http://schemas.openxmlformats.org/officeDocument/2006/relationships/font" Target="fonts/HankenGrotesk-regular.fntdata"/><Relationship Id="rId44" Type="http://schemas.openxmlformats.org/officeDocument/2006/relationships/font" Target="fonts/HankenGrotesk-bold.fntdata"/><Relationship Id="rId45" Type="http://schemas.openxmlformats.org/officeDocument/2006/relationships/font" Target="fonts/HankenGrotesk-italic.fntdata"/><Relationship Id="rId46" Type="http://schemas.openxmlformats.org/officeDocument/2006/relationships/font" Target="fonts/HankenGrotesk-boldItalic.fntdata"/><Relationship Id="rId47" Type="http://schemas.openxmlformats.org/officeDocument/2006/relationships/font" Target="fonts/VT323-regular.fntdata"/><Relationship Id="rId48" Type="http://schemas.openxmlformats.org/officeDocument/2006/relationships/font" Target="fonts/Inter-regular.fntdata"/><Relationship Id="rId49" Type="http://schemas.openxmlformats.org/officeDocument/2006/relationships/font" Target="fonts/Inter-bold.fntdata"/><Relationship Id="rId50" Type="http://schemas.openxmlformats.org/officeDocument/2006/relationships/font" Target="fonts/Inter-italic.fntdata"/><Relationship Id="rId51" Type="http://schemas.openxmlformats.org/officeDocument/2006/relationships/font" Target="fonts/Inter-boldItalic.fntdata"/><Relationship Id="rId52" Type="http://schemas.openxmlformats.org/officeDocument/2006/relationships/font" Target="fonts/RobotoMono-regular.fntdata"/><Relationship Id="rId53" Type="http://schemas.openxmlformats.org/officeDocument/2006/relationships/font" Target="fonts/RobotoMono-bold.fntdata"/><Relationship Id="rId54" Type="http://schemas.openxmlformats.org/officeDocument/2006/relationships/font" Target="fonts/RobotoMono-italic.fntdata"/><Relationship Id="rId55" Type="http://schemas.openxmlformats.org/officeDocument/2006/relationships/font" Target="fonts/RobotoMono-boldItalic.fntdata"/><Relationship Id="rId56" Type="http://schemas.openxmlformats.org/officeDocument/2006/relationships/font" Target="fonts/OpenSans-regular.fntdata"/><Relationship Id="rId57" Type="http://schemas.openxmlformats.org/officeDocument/2006/relationships/font" Target="fonts/OpenSans-bold.fntdata"/><Relationship Id="rId58" Type="http://schemas.openxmlformats.org/officeDocument/2006/relationships/font" Target="fonts/OpenSans-italic.fntdata"/><Relationship Id="rId59" Type="http://schemas.openxmlformats.org/officeDocument/2006/relationships/font" Target="fonts/OpenSans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e1d838b627_4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7" name="Google Shape;257;ge1d838b627_4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lang="en"/>
              <a:t>Typically rangers rely on citizen reports to address these issues, though a report may lack detail, confuse a bloom with a look-alike, or leave the reporter without feedback. Verdant connects guided reporting, ranger review, and explainable sampling priorities. We used Lake Mead as a pilot to demonstrate the workflow; we used Coimbra to show its application to a OneAquaHealth case-study city and its scalability to other locations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ge1d838b627_4_10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3" name="Google Shape;283;ge1d838b627_4_10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lang="en"/>
              <a:t>Water ecosystem health connects people, animals, and the environment. From 2016 to 2018, eighteen U.S. states reported four hundred twenty-one harmful algal bloom events, associated with hundreds of human and animal illnesses. Monitoring and useful citizen observations are both part of the response.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e1d838b627_4_1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4" name="Google Shape;294;ge1d838b627_4_1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lang="en"/>
              <a:t>Today, our prototype demonstrates the interface, scoring logic, and reporting loop. Reports stay in one browser, but this is not a shared citizen-and-ranger service yet. Our next steps are a shared backend, authenticated ranger roles, and duplicate-report controls, alongside field validation and usability testing. We would measure reporting completion, usefulness to rangers, and agreement with field results before claiming better monitoring outcomes.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336c95c0757_0_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0" name="Google Shape;370;g336c95c0757_0_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lang="en"/>
              <a:t>Verdant turns a shoreline observation into a visible path toward review and action, helping communities contribute and experts decide where to look first.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1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Relationship Id="rId4" Type="http://schemas.openxmlformats.org/officeDocument/2006/relationships/image" Target="../media/image18.png"/><Relationship Id="rId5" Type="http://schemas.openxmlformats.org/officeDocument/2006/relationships/hyperlink" Target="https://bit.ly/3A1uf1Q" TargetMode="External"/><Relationship Id="rId6" Type="http://schemas.openxmlformats.org/officeDocument/2006/relationships/hyperlink" Target="http://bit.ly/2TtBDfr" TargetMode="Externa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8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oogle Shape;9;p2"/>
          <p:cNvGrpSpPr/>
          <p:nvPr/>
        </p:nvGrpSpPr>
        <p:grpSpPr>
          <a:xfrm>
            <a:off x="84988" y="78599"/>
            <a:ext cx="8974027" cy="4925051"/>
            <a:chOff x="84988" y="78599"/>
            <a:chExt cx="8974027" cy="4925051"/>
          </a:xfrm>
        </p:grpSpPr>
        <p:pic>
          <p:nvPicPr>
            <p:cNvPr id="10" name="Google Shape;10;p2" title="Sin título-7.png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84988" y="78599"/>
              <a:ext cx="8974027" cy="492505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" name="Google Shape;11;p2" title="Sin título-2.png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270400" y="196675"/>
              <a:ext cx="8645002" cy="308147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2" name="Google Shape;12;p2"/>
          <p:cNvSpPr/>
          <p:nvPr>
            <p:ph idx="2" type="pic"/>
          </p:nvPr>
        </p:nvSpPr>
        <p:spPr>
          <a:xfrm>
            <a:off x="5805375" y="1317075"/>
            <a:ext cx="2831700" cy="2648100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2"/>
          <p:cNvSpPr txBox="1"/>
          <p:nvPr>
            <p:ph type="ctrTitle"/>
          </p:nvPr>
        </p:nvSpPr>
        <p:spPr>
          <a:xfrm>
            <a:off x="606800" y="849600"/>
            <a:ext cx="5060700" cy="2462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6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/>
        </p:txBody>
      </p:sp>
      <p:sp>
        <p:nvSpPr>
          <p:cNvPr id="14" name="Google Shape;14;p2"/>
          <p:cNvSpPr txBox="1"/>
          <p:nvPr>
            <p:ph idx="1" type="subTitle"/>
          </p:nvPr>
        </p:nvSpPr>
        <p:spPr>
          <a:xfrm>
            <a:off x="606800" y="3364900"/>
            <a:ext cx="4351500" cy="1135200"/>
          </a:xfrm>
          <a:prstGeom prst="rect">
            <a:avLst/>
          </a:prstGeom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5" name="Google Shape;15;p2" title="Sin título-2.png"/>
          <p:cNvPicPr preferRelativeResize="0"/>
          <p:nvPr/>
        </p:nvPicPr>
        <p:blipFill rotWithShape="1">
          <a:blip r:embed="rId3">
            <a:alphaModFix/>
          </a:blip>
          <a:srcRect b="0" l="61983" r="0" t="0"/>
          <a:stretch/>
        </p:blipFill>
        <p:spPr>
          <a:xfrm>
            <a:off x="5805376" y="1051575"/>
            <a:ext cx="2831677" cy="26550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oogle Shape;17;p3"/>
          <p:cNvGrpSpPr/>
          <p:nvPr/>
        </p:nvGrpSpPr>
        <p:grpSpPr>
          <a:xfrm>
            <a:off x="84988" y="78599"/>
            <a:ext cx="8974027" cy="4925051"/>
            <a:chOff x="84988" y="78599"/>
            <a:chExt cx="8974027" cy="4925051"/>
          </a:xfrm>
        </p:grpSpPr>
        <p:pic>
          <p:nvPicPr>
            <p:cNvPr id="18" name="Google Shape;18;p3" title="Sin título-7.png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84988" y="78599"/>
              <a:ext cx="8974027" cy="492505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9" name="Google Shape;19;p3" title="Sin título-2.png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270400" y="196675"/>
              <a:ext cx="8645002" cy="308147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0" name="Google Shape;20;p3" title="Sin título-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233000" y="3371475"/>
            <a:ext cx="5515599" cy="1351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" name="Google Shape;21;p3" title="Sin título-4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55462" y="817950"/>
            <a:ext cx="5399452" cy="3024425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3"/>
          <p:cNvSpPr txBox="1"/>
          <p:nvPr>
            <p:ph type="title"/>
          </p:nvPr>
        </p:nvSpPr>
        <p:spPr>
          <a:xfrm>
            <a:off x="1860500" y="1532500"/>
            <a:ext cx="3459000" cy="15210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4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23" name="Google Shape;23;p3"/>
          <p:cNvSpPr txBox="1"/>
          <p:nvPr>
            <p:ph hasCustomPrompt="1" idx="2" type="title"/>
          </p:nvPr>
        </p:nvSpPr>
        <p:spPr>
          <a:xfrm>
            <a:off x="779673" y="1910725"/>
            <a:ext cx="778200" cy="764400"/>
          </a:xfrm>
          <a:prstGeom prst="rect">
            <a:avLst/>
          </a:prstGeom>
          <a:noFill/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5000">
                <a:solidFill>
                  <a:schemeClr val="dk2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24" name="Google Shape;24;p3"/>
          <p:cNvSpPr txBox="1"/>
          <p:nvPr>
            <p:ph idx="1" type="subTitle"/>
          </p:nvPr>
        </p:nvSpPr>
        <p:spPr>
          <a:xfrm>
            <a:off x="3465325" y="3918575"/>
            <a:ext cx="5174400" cy="662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3"/>
          <p:cNvSpPr/>
          <p:nvPr>
            <p:ph idx="3" type="pic"/>
          </p:nvPr>
        </p:nvSpPr>
        <p:spPr>
          <a:xfrm flipH="1">
            <a:off x="6386650" y="947025"/>
            <a:ext cx="2107500" cy="2067600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Google Shape;27;p4"/>
          <p:cNvGrpSpPr/>
          <p:nvPr/>
        </p:nvGrpSpPr>
        <p:grpSpPr>
          <a:xfrm>
            <a:off x="84988" y="78599"/>
            <a:ext cx="8974027" cy="4925051"/>
            <a:chOff x="84988" y="78599"/>
            <a:chExt cx="8974027" cy="4925051"/>
          </a:xfrm>
        </p:grpSpPr>
        <p:pic>
          <p:nvPicPr>
            <p:cNvPr id="28" name="Google Shape;28;p4" title="Sin título-7.png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84988" y="78599"/>
              <a:ext cx="8974027" cy="492505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9" name="Google Shape;29;p4" title="Sin título-2.png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270400" y="196675"/>
              <a:ext cx="8645002" cy="308147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0" name="Google Shape;30;p4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31" name="Google Shape;31;p4"/>
          <p:cNvSpPr txBox="1"/>
          <p:nvPr>
            <p:ph idx="1" type="body"/>
          </p:nvPr>
        </p:nvSpPr>
        <p:spPr>
          <a:xfrm>
            <a:off x="720000" y="1152475"/>
            <a:ext cx="77040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Darker Grotesque SemiBold"/>
              <a:buChar char="●"/>
              <a:defRPr sz="1200">
                <a:solidFill>
                  <a:srgbClr val="434343"/>
                </a:solidFill>
              </a:defRPr>
            </a:lvl1pPr>
            <a:lvl2pPr indent="-317500" lvl="1" marL="914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5325B"/>
              </a:buClr>
              <a:buSzPts val="1400"/>
              <a:buFont typeface="Darker Grotesque SemiBold"/>
              <a:buChar char="○"/>
              <a:defRPr>
                <a:solidFill>
                  <a:srgbClr val="434343"/>
                </a:solidFill>
              </a:defRPr>
            </a:lvl2pPr>
            <a:lvl3pPr indent="-317500" lvl="2" marL="1371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5325B"/>
              </a:buClr>
              <a:buSzPts val="1400"/>
              <a:buFont typeface="Darker Grotesque SemiBold"/>
              <a:buChar char="■"/>
              <a:defRPr>
                <a:solidFill>
                  <a:srgbClr val="434343"/>
                </a:solidFill>
              </a:defRPr>
            </a:lvl3pPr>
            <a:lvl4pPr indent="-317500" lvl="3" marL="1828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5325B"/>
              </a:buClr>
              <a:buSzPts val="1400"/>
              <a:buFont typeface="Darker Grotesque SemiBold"/>
              <a:buChar char="●"/>
              <a:defRPr>
                <a:solidFill>
                  <a:srgbClr val="434343"/>
                </a:solidFill>
              </a:defRPr>
            </a:lvl4pPr>
            <a:lvl5pPr indent="-317500" lvl="4" marL="22860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5325B"/>
              </a:buClr>
              <a:buSzPts val="1400"/>
              <a:buFont typeface="Darker Grotesque SemiBold"/>
              <a:buChar char="○"/>
              <a:defRPr>
                <a:solidFill>
                  <a:srgbClr val="434343"/>
                </a:solidFill>
              </a:defRPr>
            </a:lvl5pPr>
            <a:lvl6pPr indent="-317500" lvl="5" marL="2743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5325B"/>
              </a:buClr>
              <a:buSzPts val="1400"/>
              <a:buFont typeface="Darker Grotesque SemiBold"/>
              <a:buChar char="■"/>
              <a:defRPr>
                <a:solidFill>
                  <a:srgbClr val="434343"/>
                </a:solidFill>
              </a:defRPr>
            </a:lvl6pPr>
            <a:lvl7pPr indent="-317500" lvl="6" marL="3200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5325B"/>
              </a:buClr>
              <a:buSzPts val="1400"/>
              <a:buFont typeface="Darker Grotesque SemiBold"/>
              <a:buChar char="●"/>
              <a:defRPr>
                <a:solidFill>
                  <a:srgbClr val="434343"/>
                </a:solidFill>
              </a:defRPr>
            </a:lvl7pPr>
            <a:lvl8pPr indent="-317500" lvl="7" marL="3657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5325B"/>
              </a:buClr>
              <a:buSzPts val="1400"/>
              <a:buFont typeface="Darker Grotesque SemiBold"/>
              <a:buChar char="○"/>
              <a:defRPr>
                <a:solidFill>
                  <a:srgbClr val="434343"/>
                </a:solidFill>
              </a:defRPr>
            </a:lvl8pPr>
            <a:lvl9pPr indent="-317500" lvl="8" marL="411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5325B"/>
              </a:buClr>
              <a:buSzPts val="1400"/>
              <a:buFont typeface="Darker Grotesque SemiBold"/>
              <a:buChar char="■"/>
              <a:defRPr>
                <a:solidFill>
                  <a:srgbClr val="434343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Google Shape;33;p5" title="Sin título-7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4988" y="78599"/>
            <a:ext cx="8974027" cy="4925051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5"/>
          <p:cNvSpPr txBox="1"/>
          <p:nvPr>
            <p:ph idx="1" type="subTitle"/>
          </p:nvPr>
        </p:nvSpPr>
        <p:spPr>
          <a:xfrm>
            <a:off x="3540003" y="1330738"/>
            <a:ext cx="3941400" cy="572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300">
                <a:latin typeface="VT323"/>
                <a:ea typeface="VT323"/>
                <a:cs typeface="VT323"/>
                <a:sym typeface="VT323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9pPr>
          </a:lstStyle>
          <a:p/>
        </p:txBody>
      </p:sp>
      <p:sp>
        <p:nvSpPr>
          <p:cNvPr id="35" name="Google Shape;35;p5"/>
          <p:cNvSpPr txBox="1"/>
          <p:nvPr>
            <p:ph idx="2" type="subTitle"/>
          </p:nvPr>
        </p:nvSpPr>
        <p:spPr>
          <a:xfrm>
            <a:off x="3540003" y="3067776"/>
            <a:ext cx="3941400" cy="572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300">
                <a:latin typeface="VT323"/>
                <a:ea typeface="VT323"/>
                <a:cs typeface="VT323"/>
                <a:sym typeface="VT323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9pPr>
          </a:lstStyle>
          <a:p/>
        </p:txBody>
      </p:sp>
      <p:sp>
        <p:nvSpPr>
          <p:cNvPr id="36" name="Google Shape;36;p5"/>
          <p:cNvSpPr txBox="1"/>
          <p:nvPr>
            <p:ph idx="3" type="subTitle"/>
          </p:nvPr>
        </p:nvSpPr>
        <p:spPr>
          <a:xfrm>
            <a:off x="3540003" y="1827236"/>
            <a:ext cx="3941400" cy="1167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4" type="subTitle"/>
          </p:nvPr>
        </p:nvSpPr>
        <p:spPr>
          <a:xfrm>
            <a:off x="3540003" y="3564275"/>
            <a:ext cx="3941400" cy="1167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type="title"/>
          </p:nvPr>
        </p:nvSpPr>
        <p:spPr>
          <a:xfrm>
            <a:off x="341850" y="654800"/>
            <a:ext cx="8573700" cy="602400"/>
          </a:xfrm>
          <a:prstGeom prst="rect">
            <a:avLst/>
          </a:prstGeom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pic>
        <p:nvPicPr>
          <p:cNvPr id="39" name="Google Shape;39;p5" title="Sin título-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0400" y="196675"/>
            <a:ext cx="8645002" cy="30814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" name="Google Shape;41;p6"/>
          <p:cNvGrpSpPr/>
          <p:nvPr/>
        </p:nvGrpSpPr>
        <p:grpSpPr>
          <a:xfrm>
            <a:off x="84988" y="78599"/>
            <a:ext cx="8974027" cy="4925051"/>
            <a:chOff x="84988" y="78599"/>
            <a:chExt cx="8974027" cy="4925051"/>
          </a:xfrm>
        </p:grpSpPr>
        <p:pic>
          <p:nvPicPr>
            <p:cNvPr id="42" name="Google Shape;42;p6" title="Sin título-7.png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84988" y="78599"/>
              <a:ext cx="8974027" cy="492505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3" name="Google Shape;43;p6" title="Sin título-2.png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270400" y="196675"/>
              <a:ext cx="8645002" cy="308147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44" name="Google Shape;44;p6"/>
          <p:cNvSpPr txBox="1"/>
          <p:nvPr>
            <p:ph type="title"/>
          </p:nvPr>
        </p:nvSpPr>
        <p:spPr>
          <a:xfrm>
            <a:off x="341850" y="654800"/>
            <a:ext cx="8460300" cy="602400"/>
          </a:xfrm>
          <a:prstGeom prst="rect">
            <a:avLst/>
          </a:prstGeom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pic>
        <p:nvPicPr>
          <p:cNvPr id="45" name="Google Shape;45;p6" title="Sin título-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0400" y="196675"/>
            <a:ext cx="8645002" cy="30814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" name="Google Shape;47;p7"/>
          <p:cNvGrpSpPr/>
          <p:nvPr/>
        </p:nvGrpSpPr>
        <p:grpSpPr>
          <a:xfrm>
            <a:off x="84988" y="78599"/>
            <a:ext cx="8974027" cy="4925051"/>
            <a:chOff x="84988" y="78599"/>
            <a:chExt cx="8974027" cy="4925051"/>
          </a:xfrm>
        </p:grpSpPr>
        <p:pic>
          <p:nvPicPr>
            <p:cNvPr id="48" name="Google Shape;48;p7" title="Sin título-7.png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84988" y="78599"/>
              <a:ext cx="8974027" cy="492505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9" name="Google Shape;49;p7" title="Sin título-2.png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270400" y="196675"/>
              <a:ext cx="8645002" cy="308147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50" name="Google Shape;50;p7"/>
          <p:cNvSpPr txBox="1"/>
          <p:nvPr>
            <p:ph type="title"/>
          </p:nvPr>
        </p:nvSpPr>
        <p:spPr>
          <a:xfrm>
            <a:off x="228600" y="228600"/>
            <a:ext cx="3998400" cy="1445700"/>
          </a:xfrm>
          <a:prstGeom prst="rect">
            <a:avLst/>
          </a:prstGeom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609625" y="2066125"/>
            <a:ext cx="3824100" cy="253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17500" lvl="1" marL="914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2" name="Google Shape;52;p7"/>
          <p:cNvSpPr/>
          <p:nvPr>
            <p:ph idx="2" type="pic"/>
          </p:nvPr>
        </p:nvSpPr>
        <p:spPr>
          <a:xfrm>
            <a:off x="5715849" y="0"/>
            <a:ext cx="3428100" cy="51435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4" name="Google Shape;54;p8"/>
          <p:cNvGrpSpPr/>
          <p:nvPr/>
        </p:nvGrpSpPr>
        <p:grpSpPr>
          <a:xfrm>
            <a:off x="84988" y="78599"/>
            <a:ext cx="8974027" cy="4925051"/>
            <a:chOff x="84988" y="78599"/>
            <a:chExt cx="8974027" cy="4925051"/>
          </a:xfrm>
        </p:grpSpPr>
        <p:pic>
          <p:nvPicPr>
            <p:cNvPr id="55" name="Google Shape;55;p8" title="Sin título-7.png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84988" y="78599"/>
              <a:ext cx="8974027" cy="492505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6" name="Google Shape;56;p8" title="Sin título-2.png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270400" y="196675"/>
              <a:ext cx="8645002" cy="308147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57" name="Google Shape;57;p8"/>
          <p:cNvSpPr txBox="1"/>
          <p:nvPr>
            <p:ph type="title"/>
          </p:nvPr>
        </p:nvSpPr>
        <p:spPr>
          <a:xfrm>
            <a:off x="1388100" y="1307100"/>
            <a:ext cx="6367800" cy="25293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oogle Shape;59;p9"/>
          <p:cNvGrpSpPr/>
          <p:nvPr/>
        </p:nvGrpSpPr>
        <p:grpSpPr>
          <a:xfrm>
            <a:off x="84988" y="78599"/>
            <a:ext cx="8974027" cy="4925051"/>
            <a:chOff x="84988" y="78599"/>
            <a:chExt cx="8974027" cy="4925051"/>
          </a:xfrm>
        </p:grpSpPr>
        <p:pic>
          <p:nvPicPr>
            <p:cNvPr id="60" name="Google Shape;60;p9" title="Sin título-7.png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84988" y="78599"/>
              <a:ext cx="8974027" cy="492505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1" name="Google Shape;61;p9" title="Sin título-2.png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270400" y="196675"/>
              <a:ext cx="8645002" cy="308147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62" name="Google Shape;62;p9"/>
          <p:cNvSpPr txBox="1"/>
          <p:nvPr>
            <p:ph idx="1" type="subTitle"/>
          </p:nvPr>
        </p:nvSpPr>
        <p:spPr>
          <a:xfrm>
            <a:off x="720064" y="1580125"/>
            <a:ext cx="3597000" cy="2389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9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64" name="Google Shape;64;p9"/>
          <p:cNvSpPr txBox="1"/>
          <p:nvPr>
            <p:ph idx="2" type="subTitle"/>
          </p:nvPr>
        </p:nvSpPr>
        <p:spPr>
          <a:xfrm>
            <a:off x="4826936" y="1580125"/>
            <a:ext cx="3597000" cy="2389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Google Shape;66;p10" title="Sin título-7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4988" y="78599"/>
            <a:ext cx="8974027" cy="4925051"/>
          </a:xfrm>
          <a:prstGeom prst="rect">
            <a:avLst/>
          </a:prstGeom>
          <a:noFill/>
          <a:ln>
            <a:noFill/>
          </a:ln>
        </p:spPr>
      </p:pic>
      <p:sp>
        <p:nvSpPr>
          <p:cNvPr id="67" name="Google Shape;67;p10"/>
          <p:cNvSpPr/>
          <p:nvPr>
            <p:ph idx="2" type="pic"/>
          </p:nvPr>
        </p:nvSpPr>
        <p:spPr>
          <a:xfrm>
            <a:off x="191450" y="686275"/>
            <a:ext cx="8758200" cy="41301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0"/>
          <p:cNvSpPr txBox="1"/>
          <p:nvPr>
            <p:ph type="title"/>
          </p:nvPr>
        </p:nvSpPr>
        <p:spPr>
          <a:xfrm>
            <a:off x="6584125" y="3792925"/>
            <a:ext cx="2004000" cy="694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15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pic>
        <p:nvPicPr>
          <p:cNvPr id="69" name="Google Shape;69;p10" title="Sin título-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0400" y="196675"/>
            <a:ext cx="8645002" cy="30814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1" name="Google Shape;71;p11"/>
          <p:cNvGrpSpPr/>
          <p:nvPr/>
        </p:nvGrpSpPr>
        <p:grpSpPr>
          <a:xfrm>
            <a:off x="84988" y="78599"/>
            <a:ext cx="8974027" cy="4925051"/>
            <a:chOff x="84988" y="78599"/>
            <a:chExt cx="8974027" cy="4925051"/>
          </a:xfrm>
        </p:grpSpPr>
        <p:pic>
          <p:nvPicPr>
            <p:cNvPr id="72" name="Google Shape;72;p11" title="Sin título-7.png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84988" y="78599"/>
              <a:ext cx="8974027" cy="492505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3" name="Google Shape;73;p11" title="Sin título-2.png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270400" y="196675"/>
              <a:ext cx="8645002" cy="308147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74" name="Google Shape;74;p11"/>
          <p:cNvSpPr txBox="1"/>
          <p:nvPr>
            <p:ph hasCustomPrompt="1" type="title"/>
          </p:nvPr>
        </p:nvSpPr>
        <p:spPr>
          <a:xfrm>
            <a:off x="1284000" y="1952850"/>
            <a:ext cx="6576000" cy="799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6000">
                <a:solidFill>
                  <a:schemeClr val="accen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75" name="Google Shape;75;p11"/>
          <p:cNvSpPr txBox="1"/>
          <p:nvPr>
            <p:ph idx="1" type="subTitle"/>
          </p:nvPr>
        </p:nvSpPr>
        <p:spPr>
          <a:xfrm>
            <a:off x="1284000" y="2816250"/>
            <a:ext cx="6576000" cy="374400"/>
          </a:xfrm>
          <a:prstGeom prst="rect">
            <a:avLst/>
          </a:prstGeom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bg>
      <p:bgPr>
        <a:noFill/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ble of contents">
  <p:cSld name="BLANK_1_1_1_1_2_1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13" title="Sin título-7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4988" y="78599"/>
            <a:ext cx="8974027" cy="4925051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13"/>
          <p:cNvSpPr txBox="1"/>
          <p:nvPr>
            <p:ph type="title"/>
          </p:nvPr>
        </p:nvSpPr>
        <p:spPr>
          <a:xfrm>
            <a:off x="341850" y="654800"/>
            <a:ext cx="8453400" cy="602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80" name="Google Shape;80;p13"/>
          <p:cNvSpPr txBox="1"/>
          <p:nvPr>
            <p:ph idx="1" type="subTitle"/>
          </p:nvPr>
        </p:nvSpPr>
        <p:spPr>
          <a:xfrm>
            <a:off x="1107250" y="1796625"/>
            <a:ext cx="2799900" cy="53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2300">
                <a:latin typeface="VT323"/>
                <a:ea typeface="VT323"/>
                <a:cs typeface="VT323"/>
                <a:sym typeface="VT323"/>
              </a:defRPr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9pPr>
          </a:lstStyle>
          <a:p/>
        </p:txBody>
      </p:sp>
      <p:sp>
        <p:nvSpPr>
          <p:cNvPr id="81" name="Google Shape;81;p13"/>
          <p:cNvSpPr txBox="1"/>
          <p:nvPr>
            <p:ph idx="2" type="subTitle"/>
          </p:nvPr>
        </p:nvSpPr>
        <p:spPr>
          <a:xfrm>
            <a:off x="1107250" y="2442833"/>
            <a:ext cx="2799900" cy="53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2300">
                <a:latin typeface="VT323"/>
                <a:ea typeface="VT323"/>
                <a:cs typeface="VT323"/>
                <a:sym typeface="VT323"/>
              </a:defRPr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9pPr>
          </a:lstStyle>
          <a:p/>
        </p:txBody>
      </p:sp>
      <p:sp>
        <p:nvSpPr>
          <p:cNvPr id="82" name="Google Shape;82;p13"/>
          <p:cNvSpPr txBox="1"/>
          <p:nvPr>
            <p:ph idx="3" type="subTitle"/>
          </p:nvPr>
        </p:nvSpPr>
        <p:spPr>
          <a:xfrm>
            <a:off x="1107250" y="3089042"/>
            <a:ext cx="2799900" cy="53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2300">
                <a:latin typeface="VT323"/>
                <a:ea typeface="VT323"/>
                <a:cs typeface="VT323"/>
                <a:sym typeface="VT323"/>
              </a:defRPr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9pPr>
          </a:lstStyle>
          <a:p/>
        </p:txBody>
      </p:sp>
      <p:sp>
        <p:nvSpPr>
          <p:cNvPr id="83" name="Google Shape;83;p13"/>
          <p:cNvSpPr txBox="1"/>
          <p:nvPr>
            <p:ph idx="4" type="subTitle"/>
          </p:nvPr>
        </p:nvSpPr>
        <p:spPr>
          <a:xfrm>
            <a:off x="1107250" y="3735250"/>
            <a:ext cx="2799900" cy="53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2300">
                <a:latin typeface="VT323"/>
                <a:ea typeface="VT323"/>
                <a:cs typeface="VT323"/>
                <a:sym typeface="VT323"/>
              </a:defRPr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9pPr>
          </a:lstStyle>
          <a:p/>
        </p:txBody>
      </p:sp>
      <p:sp>
        <p:nvSpPr>
          <p:cNvPr id="84" name="Google Shape;84;p13"/>
          <p:cNvSpPr txBox="1"/>
          <p:nvPr>
            <p:ph idx="5" type="subTitle"/>
          </p:nvPr>
        </p:nvSpPr>
        <p:spPr>
          <a:xfrm>
            <a:off x="4851600" y="1796625"/>
            <a:ext cx="2799900" cy="53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2300">
                <a:latin typeface="VT323"/>
                <a:ea typeface="VT323"/>
                <a:cs typeface="VT323"/>
                <a:sym typeface="VT323"/>
              </a:defRPr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9pPr>
          </a:lstStyle>
          <a:p/>
        </p:txBody>
      </p:sp>
      <p:sp>
        <p:nvSpPr>
          <p:cNvPr id="85" name="Google Shape;85;p13"/>
          <p:cNvSpPr txBox="1"/>
          <p:nvPr>
            <p:ph idx="6" type="subTitle"/>
          </p:nvPr>
        </p:nvSpPr>
        <p:spPr>
          <a:xfrm>
            <a:off x="4851600" y="2442831"/>
            <a:ext cx="2799900" cy="53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2300">
                <a:latin typeface="VT323"/>
                <a:ea typeface="VT323"/>
                <a:cs typeface="VT323"/>
                <a:sym typeface="VT323"/>
              </a:defRPr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9pPr>
          </a:lstStyle>
          <a:p/>
        </p:txBody>
      </p:sp>
      <p:sp>
        <p:nvSpPr>
          <p:cNvPr id="86" name="Google Shape;86;p13"/>
          <p:cNvSpPr txBox="1"/>
          <p:nvPr>
            <p:ph idx="7" type="subTitle"/>
          </p:nvPr>
        </p:nvSpPr>
        <p:spPr>
          <a:xfrm>
            <a:off x="4851600" y="3089037"/>
            <a:ext cx="2799900" cy="53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2300">
                <a:latin typeface="VT323"/>
                <a:ea typeface="VT323"/>
                <a:cs typeface="VT323"/>
                <a:sym typeface="VT323"/>
              </a:defRPr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9pPr>
          </a:lstStyle>
          <a:p/>
        </p:txBody>
      </p:sp>
      <p:sp>
        <p:nvSpPr>
          <p:cNvPr id="87" name="Google Shape;87;p13"/>
          <p:cNvSpPr txBox="1"/>
          <p:nvPr>
            <p:ph idx="8" type="subTitle"/>
          </p:nvPr>
        </p:nvSpPr>
        <p:spPr>
          <a:xfrm>
            <a:off x="4851600" y="3735244"/>
            <a:ext cx="2799900" cy="53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2300">
                <a:latin typeface="VT323"/>
                <a:ea typeface="VT323"/>
                <a:cs typeface="VT323"/>
                <a:sym typeface="VT323"/>
              </a:defRPr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9pPr>
          </a:lstStyle>
          <a:p/>
        </p:txBody>
      </p:sp>
      <p:sp>
        <p:nvSpPr>
          <p:cNvPr id="88" name="Google Shape;88;p13"/>
          <p:cNvSpPr txBox="1"/>
          <p:nvPr>
            <p:ph hasCustomPrompt="1" idx="9" type="title"/>
          </p:nvPr>
        </p:nvSpPr>
        <p:spPr>
          <a:xfrm>
            <a:off x="341850" y="3849550"/>
            <a:ext cx="765300" cy="310800"/>
          </a:xfrm>
          <a:prstGeom prst="rect">
            <a:avLst/>
          </a:prstGeom>
          <a:noFill/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27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89" name="Google Shape;89;p13"/>
          <p:cNvSpPr txBox="1"/>
          <p:nvPr>
            <p:ph hasCustomPrompt="1" idx="13" type="title"/>
          </p:nvPr>
        </p:nvSpPr>
        <p:spPr>
          <a:xfrm>
            <a:off x="341850" y="2560850"/>
            <a:ext cx="765300" cy="310800"/>
          </a:xfrm>
          <a:prstGeom prst="rect">
            <a:avLst/>
          </a:prstGeom>
          <a:noFill/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27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90" name="Google Shape;90;p13"/>
          <p:cNvSpPr txBox="1"/>
          <p:nvPr>
            <p:ph hasCustomPrompt="1" idx="14" type="title"/>
          </p:nvPr>
        </p:nvSpPr>
        <p:spPr>
          <a:xfrm>
            <a:off x="342582" y="1916800"/>
            <a:ext cx="764100" cy="310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27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91" name="Google Shape;91;p13"/>
          <p:cNvSpPr txBox="1"/>
          <p:nvPr>
            <p:ph hasCustomPrompt="1" idx="15" type="title"/>
          </p:nvPr>
        </p:nvSpPr>
        <p:spPr>
          <a:xfrm>
            <a:off x="341850" y="3205200"/>
            <a:ext cx="765300" cy="31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27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2pPr>
            <a:lvl3pPr lvl="2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3pPr>
            <a:lvl4pPr lvl="3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4pPr>
            <a:lvl5pPr lvl="4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5pPr>
            <a:lvl6pPr lvl="5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6pPr>
            <a:lvl7pPr lvl="6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7pPr>
            <a:lvl8pPr lvl="7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8pPr>
            <a:lvl9pPr lvl="8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9pPr>
          </a:lstStyle>
          <a:p>
            <a:r>
              <a:t>xx%</a:t>
            </a:r>
          </a:p>
        </p:txBody>
      </p:sp>
      <p:sp>
        <p:nvSpPr>
          <p:cNvPr id="92" name="Google Shape;92;p13"/>
          <p:cNvSpPr txBox="1"/>
          <p:nvPr>
            <p:ph hasCustomPrompt="1" idx="16" type="title"/>
          </p:nvPr>
        </p:nvSpPr>
        <p:spPr>
          <a:xfrm>
            <a:off x="3985789" y="2561048"/>
            <a:ext cx="865800" cy="310800"/>
          </a:xfrm>
          <a:prstGeom prst="rect">
            <a:avLst/>
          </a:prstGeom>
          <a:noFill/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27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93" name="Google Shape;93;p13"/>
          <p:cNvSpPr txBox="1"/>
          <p:nvPr>
            <p:ph hasCustomPrompt="1" idx="17" type="title"/>
          </p:nvPr>
        </p:nvSpPr>
        <p:spPr>
          <a:xfrm>
            <a:off x="3985787" y="3205296"/>
            <a:ext cx="865800" cy="310800"/>
          </a:xfrm>
          <a:prstGeom prst="rect">
            <a:avLst/>
          </a:prstGeom>
          <a:noFill/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27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94" name="Google Shape;94;p13"/>
          <p:cNvSpPr txBox="1"/>
          <p:nvPr>
            <p:ph hasCustomPrompt="1" idx="18" type="title"/>
          </p:nvPr>
        </p:nvSpPr>
        <p:spPr>
          <a:xfrm>
            <a:off x="3985789" y="3849544"/>
            <a:ext cx="865800" cy="310800"/>
          </a:xfrm>
          <a:prstGeom prst="rect">
            <a:avLst/>
          </a:prstGeom>
          <a:noFill/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27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95" name="Google Shape;95;p13"/>
          <p:cNvSpPr txBox="1"/>
          <p:nvPr>
            <p:ph hasCustomPrompt="1" idx="19" type="title"/>
          </p:nvPr>
        </p:nvSpPr>
        <p:spPr>
          <a:xfrm>
            <a:off x="3985789" y="1916800"/>
            <a:ext cx="865800" cy="31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27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2pPr>
            <a:lvl3pPr lvl="2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3pPr>
            <a:lvl4pPr lvl="3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4pPr>
            <a:lvl5pPr lvl="4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5pPr>
            <a:lvl6pPr lvl="5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6pPr>
            <a:lvl7pPr lvl="6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7pPr>
            <a:lvl8pPr lvl="7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8pPr>
            <a:lvl9pPr lvl="8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9pPr>
          </a:lstStyle>
          <a:p>
            <a:r>
              <a:t>xx%</a:t>
            </a:r>
          </a:p>
        </p:txBody>
      </p:sp>
      <p:pic>
        <p:nvPicPr>
          <p:cNvPr id="96" name="Google Shape;96;p13" title="Sin título-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0400" y="196675"/>
            <a:ext cx="8645002" cy="30814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">
  <p:cSld name="CUSTOM"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Google Shape;98;p14" title="Sin título-7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4988" y="78599"/>
            <a:ext cx="8974027" cy="4925051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14"/>
          <p:cNvSpPr txBox="1"/>
          <p:nvPr>
            <p:ph type="title"/>
          </p:nvPr>
        </p:nvSpPr>
        <p:spPr>
          <a:xfrm>
            <a:off x="679225" y="794675"/>
            <a:ext cx="7866600" cy="698400"/>
          </a:xfrm>
          <a:prstGeom prst="rect">
            <a:avLst/>
          </a:prstGeom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3200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100" name="Google Shape;100;p14"/>
          <p:cNvSpPr txBox="1"/>
          <p:nvPr>
            <p:ph idx="1" type="subTitle"/>
          </p:nvPr>
        </p:nvSpPr>
        <p:spPr>
          <a:xfrm>
            <a:off x="1522850" y="1816950"/>
            <a:ext cx="6918600" cy="253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01" name="Google Shape;101;p14" title="Sin título-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0400" y="196675"/>
            <a:ext cx="8645002" cy="30814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1">
  <p:cSld name="ONE_COLUMN_TEXT_1"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" name="Google Shape;103;p15" title="Sin título-7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4988" y="78599"/>
            <a:ext cx="8974027" cy="4925051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15"/>
          <p:cNvSpPr txBox="1"/>
          <p:nvPr>
            <p:ph type="title"/>
          </p:nvPr>
        </p:nvSpPr>
        <p:spPr>
          <a:xfrm>
            <a:off x="3789425" y="795800"/>
            <a:ext cx="4547700" cy="1255500"/>
          </a:xfrm>
          <a:prstGeom prst="rect">
            <a:avLst/>
          </a:prstGeom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105" name="Google Shape;105;p15"/>
          <p:cNvSpPr txBox="1"/>
          <p:nvPr>
            <p:ph idx="1" type="body"/>
          </p:nvPr>
        </p:nvSpPr>
        <p:spPr>
          <a:xfrm>
            <a:off x="3789425" y="2229300"/>
            <a:ext cx="4940100" cy="253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06" name="Google Shape;106;p15"/>
          <p:cNvSpPr/>
          <p:nvPr>
            <p:ph idx="2" type="pic"/>
          </p:nvPr>
        </p:nvSpPr>
        <p:spPr>
          <a:xfrm>
            <a:off x="522525" y="1195150"/>
            <a:ext cx="2947200" cy="334140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sp>
      <p:pic>
        <p:nvPicPr>
          <p:cNvPr id="107" name="Google Shape;107;p15" title="Sin título-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0400" y="196675"/>
            <a:ext cx="8645002" cy="30814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9" name="Google Shape;109;p16" title="Sin título-7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4988" y="78599"/>
            <a:ext cx="8974027" cy="4925051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16"/>
          <p:cNvSpPr txBox="1"/>
          <p:nvPr>
            <p:ph type="title"/>
          </p:nvPr>
        </p:nvSpPr>
        <p:spPr>
          <a:xfrm>
            <a:off x="341850" y="689750"/>
            <a:ext cx="8460300" cy="572700"/>
          </a:xfrm>
          <a:prstGeom prst="rect">
            <a:avLst/>
          </a:prstGeom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pic>
        <p:nvPicPr>
          <p:cNvPr id="111" name="Google Shape;111;p16" title="Sin título-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0400" y="196675"/>
            <a:ext cx="8645002" cy="30814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2">
  <p:cSld name="TITLE_ONLY_2"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3" name="Google Shape;113;p17"/>
          <p:cNvGrpSpPr/>
          <p:nvPr/>
        </p:nvGrpSpPr>
        <p:grpSpPr>
          <a:xfrm>
            <a:off x="84988" y="78599"/>
            <a:ext cx="8974027" cy="4925051"/>
            <a:chOff x="84988" y="78599"/>
            <a:chExt cx="8974027" cy="4925051"/>
          </a:xfrm>
        </p:grpSpPr>
        <p:pic>
          <p:nvPicPr>
            <p:cNvPr id="114" name="Google Shape;114;p17" title="Sin título-7.png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84988" y="78599"/>
              <a:ext cx="8974027" cy="492505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5" name="Google Shape;115;p17" title="Sin título-2.png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270400" y="196675"/>
              <a:ext cx="8645002" cy="308147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16" name="Google Shape;116;p17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hree columns">
  <p:cSld name="BLANK_1_1_1_2"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8" name="Google Shape;118;p18" title="Sin título-7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4988" y="78599"/>
            <a:ext cx="8974027" cy="4925051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18"/>
          <p:cNvSpPr txBox="1"/>
          <p:nvPr>
            <p:ph idx="1" type="subTitle"/>
          </p:nvPr>
        </p:nvSpPr>
        <p:spPr>
          <a:xfrm>
            <a:off x="3145041" y="2118945"/>
            <a:ext cx="2599200" cy="201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0" name="Google Shape;120;p18"/>
          <p:cNvSpPr txBox="1"/>
          <p:nvPr>
            <p:ph idx="2" type="subTitle"/>
          </p:nvPr>
        </p:nvSpPr>
        <p:spPr>
          <a:xfrm>
            <a:off x="341850" y="2118945"/>
            <a:ext cx="2599200" cy="201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1" name="Google Shape;121;p18"/>
          <p:cNvSpPr txBox="1"/>
          <p:nvPr>
            <p:ph idx="3" type="subTitle"/>
          </p:nvPr>
        </p:nvSpPr>
        <p:spPr>
          <a:xfrm>
            <a:off x="5948257" y="2118945"/>
            <a:ext cx="2599200" cy="201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2" name="Google Shape;122;p18"/>
          <p:cNvSpPr txBox="1"/>
          <p:nvPr>
            <p:ph hasCustomPrompt="1" type="title"/>
          </p:nvPr>
        </p:nvSpPr>
        <p:spPr>
          <a:xfrm>
            <a:off x="3144432" y="1706300"/>
            <a:ext cx="698700" cy="310800"/>
          </a:xfrm>
          <a:prstGeom prst="rect">
            <a:avLst/>
          </a:prstGeom>
          <a:noFill/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23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23" name="Google Shape;123;p18"/>
          <p:cNvSpPr txBox="1"/>
          <p:nvPr>
            <p:ph hasCustomPrompt="1" idx="4" type="title"/>
          </p:nvPr>
        </p:nvSpPr>
        <p:spPr>
          <a:xfrm>
            <a:off x="341854" y="1706450"/>
            <a:ext cx="697500" cy="310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23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124" name="Google Shape;124;p18"/>
          <p:cNvSpPr txBox="1"/>
          <p:nvPr>
            <p:ph hasCustomPrompt="1" idx="5" type="title"/>
          </p:nvPr>
        </p:nvSpPr>
        <p:spPr>
          <a:xfrm>
            <a:off x="5948295" y="1706300"/>
            <a:ext cx="698700" cy="31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23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2pPr>
            <a:lvl3pPr lvl="2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3pPr>
            <a:lvl4pPr lvl="3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4pPr>
            <a:lvl5pPr lvl="4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5pPr>
            <a:lvl6pPr lvl="5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6pPr>
            <a:lvl7pPr lvl="6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7pPr>
            <a:lvl8pPr lvl="7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8pPr>
            <a:lvl9pPr lvl="8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9pPr>
          </a:lstStyle>
          <a:p>
            <a:r>
              <a:t>xx%</a:t>
            </a:r>
          </a:p>
        </p:txBody>
      </p:sp>
      <p:sp>
        <p:nvSpPr>
          <p:cNvPr id="125" name="Google Shape;125;p18"/>
          <p:cNvSpPr txBox="1"/>
          <p:nvPr>
            <p:ph idx="6" type="title"/>
          </p:nvPr>
        </p:nvSpPr>
        <p:spPr>
          <a:xfrm>
            <a:off x="341850" y="654800"/>
            <a:ext cx="8249700" cy="602700"/>
          </a:xfrm>
          <a:prstGeom prst="rect">
            <a:avLst/>
          </a:prstGeom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pic>
        <p:nvPicPr>
          <p:cNvPr id="126" name="Google Shape;126;p18" title="Sin título-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0400" y="196675"/>
            <a:ext cx="8645002" cy="30814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six columns">
  <p:cSld name="BLANK_1_1_1_1_1"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8" name="Google Shape;128;p19" title="Sin título-7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4988" y="78599"/>
            <a:ext cx="8974027" cy="4925051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19"/>
          <p:cNvSpPr txBox="1"/>
          <p:nvPr>
            <p:ph idx="1" type="subTitle"/>
          </p:nvPr>
        </p:nvSpPr>
        <p:spPr>
          <a:xfrm>
            <a:off x="330950" y="1987918"/>
            <a:ext cx="2579400" cy="62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0" name="Google Shape;130;p19"/>
          <p:cNvSpPr txBox="1"/>
          <p:nvPr>
            <p:ph idx="2" type="subTitle"/>
          </p:nvPr>
        </p:nvSpPr>
        <p:spPr>
          <a:xfrm>
            <a:off x="3225884" y="1987918"/>
            <a:ext cx="2579400" cy="62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1" name="Google Shape;131;p19"/>
          <p:cNvSpPr txBox="1"/>
          <p:nvPr>
            <p:ph idx="3" type="subTitle"/>
          </p:nvPr>
        </p:nvSpPr>
        <p:spPr>
          <a:xfrm>
            <a:off x="330950" y="3392225"/>
            <a:ext cx="2579400" cy="62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2" name="Google Shape;132;p19"/>
          <p:cNvSpPr txBox="1"/>
          <p:nvPr>
            <p:ph idx="4" type="subTitle"/>
          </p:nvPr>
        </p:nvSpPr>
        <p:spPr>
          <a:xfrm>
            <a:off x="3225884" y="3392225"/>
            <a:ext cx="2579400" cy="62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3" name="Google Shape;133;p19"/>
          <p:cNvSpPr txBox="1"/>
          <p:nvPr>
            <p:ph idx="5" type="subTitle"/>
          </p:nvPr>
        </p:nvSpPr>
        <p:spPr>
          <a:xfrm>
            <a:off x="6120825" y="1987918"/>
            <a:ext cx="2579400" cy="62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4" name="Google Shape;134;p19"/>
          <p:cNvSpPr txBox="1"/>
          <p:nvPr>
            <p:ph idx="6" type="subTitle"/>
          </p:nvPr>
        </p:nvSpPr>
        <p:spPr>
          <a:xfrm>
            <a:off x="6120825" y="3392225"/>
            <a:ext cx="2579400" cy="62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5" name="Google Shape;135;p19"/>
          <p:cNvSpPr txBox="1"/>
          <p:nvPr>
            <p:ph type="title"/>
          </p:nvPr>
        </p:nvSpPr>
        <p:spPr>
          <a:xfrm>
            <a:off x="341850" y="654800"/>
            <a:ext cx="7704000" cy="602400"/>
          </a:xfrm>
          <a:prstGeom prst="rect">
            <a:avLst/>
          </a:prstGeom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136" name="Google Shape;136;p19"/>
          <p:cNvSpPr txBox="1"/>
          <p:nvPr>
            <p:ph hasCustomPrompt="1" idx="7" type="title"/>
          </p:nvPr>
        </p:nvSpPr>
        <p:spPr>
          <a:xfrm>
            <a:off x="6132612" y="3071476"/>
            <a:ext cx="2574600" cy="310800"/>
          </a:xfrm>
          <a:prstGeom prst="rect">
            <a:avLst/>
          </a:prstGeom>
          <a:noFill/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23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37" name="Google Shape;137;p19"/>
          <p:cNvSpPr txBox="1"/>
          <p:nvPr>
            <p:ph hasCustomPrompt="1" idx="8" type="title"/>
          </p:nvPr>
        </p:nvSpPr>
        <p:spPr>
          <a:xfrm>
            <a:off x="6132612" y="1677125"/>
            <a:ext cx="2574600" cy="310800"/>
          </a:xfrm>
          <a:prstGeom prst="rect">
            <a:avLst/>
          </a:prstGeom>
          <a:noFill/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23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38" name="Google Shape;138;p19"/>
          <p:cNvSpPr txBox="1"/>
          <p:nvPr>
            <p:ph hasCustomPrompt="1" idx="9" type="title"/>
          </p:nvPr>
        </p:nvSpPr>
        <p:spPr>
          <a:xfrm>
            <a:off x="3239948" y="1677425"/>
            <a:ext cx="2574600" cy="310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2300"/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139" name="Google Shape;139;p19"/>
          <p:cNvSpPr txBox="1"/>
          <p:nvPr>
            <p:ph hasCustomPrompt="1" idx="13" type="title"/>
          </p:nvPr>
        </p:nvSpPr>
        <p:spPr>
          <a:xfrm>
            <a:off x="3237714" y="3071476"/>
            <a:ext cx="2579400" cy="31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2300"/>
            </a:lvl1pPr>
            <a:lvl2pPr lvl="1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2pPr>
            <a:lvl3pPr lvl="2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3pPr>
            <a:lvl4pPr lvl="3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4pPr>
            <a:lvl5pPr lvl="4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5pPr>
            <a:lvl6pPr lvl="5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6pPr>
            <a:lvl7pPr lvl="6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7pPr>
            <a:lvl8pPr lvl="7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8pPr>
            <a:lvl9pPr lvl="8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9pPr>
          </a:lstStyle>
          <a:p>
            <a:r>
              <a:t>xx%</a:t>
            </a:r>
          </a:p>
        </p:txBody>
      </p:sp>
      <p:sp>
        <p:nvSpPr>
          <p:cNvPr id="140" name="Google Shape;140;p19"/>
          <p:cNvSpPr txBox="1"/>
          <p:nvPr>
            <p:ph hasCustomPrompt="1" idx="14" type="title"/>
          </p:nvPr>
        </p:nvSpPr>
        <p:spPr>
          <a:xfrm>
            <a:off x="342736" y="1677125"/>
            <a:ext cx="2579400" cy="310800"/>
          </a:xfrm>
          <a:prstGeom prst="rect">
            <a:avLst/>
          </a:prstGeom>
          <a:noFill/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23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41" name="Google Shape;141;p19"/>
          <p:cNvSpPr txBox="1"/>
          <p:nvPr>
            <p:ph hasCustomPrompt="1" idx="15" type="title"/>
          </p:nvPr>
        </p:nvSpPr>
        <p:spPr>
          <a:xfrm>
            <a:off x="342736" y="3071476"/>
            <a:ext cx="2579400" cy="31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2300"/>
            </a:lvl1pPr>
            <a:lvl2pPr lvl="1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2pPr>
            <a:lvl3pPr lvl="2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3pPr>
            <a:lvl4pPr lvl="3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4pPr>
            <a:lvl5pPr lvl="4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5pPr>
            <a:lvl6pPr lvl="5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6pPr>
            <a:lvl7pPr lvl="6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7pPr>
            <a:lvl8pPr lvl="7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8pPr>
            <a:lvl9pPr lvl="8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9pPr>
          </a:lstStyle>
          <a:p>
            <a:r>
              <a:t>xx%</a:t>
            </a:r>
          </a:p>
        </p:txBody>
      </p:sp>
      <p:pic>
        <p:nvPicPr>
          <p:cNvPr id="142" name="Google Shape;142;p19" title="Sin título-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0400" y="196675"/>
            <a:ext cx="8645002" cy="30814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umbers and text">
  <p:cSld name="BLANK_1_1_1_1_1_1"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4" name="Google Shape;144;p20"/>
          <p:cNvGrpSpPr/>
          <p:nvPr/>
        </p:nvGrpSpPr>
        <p:grpSpPr>
          <a:xfrm>
            <a:off x="84988" y="78599"/>
            <a:ext cx="8974027" cy="4925051"/>
            <a:chOff x="84988" y="78599"/>
            <a:chExt cx="8974027" cy="4925051"/>
          </a:xfrm>
        </p:grpSpPr>
        <p:pic>
          <p:nvPicPr>
            <p:cNvPr id="145" name="Google Shape;145;p20" title="Sin título-7.png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84988" y="78599"/>
              <a:ext cx="8974027" cy="492505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46" name="Google Shape;146;p20" title="Sin título-2.png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270400" y="196675"/>
              <a:ext cx="8645002" cy="308147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47" name="Google Shape;147;p20"/>
          <p:cNvSpPr txBox="1"/>
          <p:nvPr>
            <p:ph hasCustomPrompt="1" type="title"/>
          </p:nvPr>
        </p:nvSpPr>
        <p:spPr>
          <a:xfrm>
            <a:off x="792825" y="974863"/>
            <a:ext cx="3876600" cy="754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4500">
                <a:solidFill>
                  <a:schemeClr val="dk2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9pPr>
          </a:lstStyle>
          <a:p>
            <a:r>
              <a:t>xx%</a:t>
            </a:r>
          </a:p>
        </p:txBody>
      </p:sp>
      <p:sp>
        <p:nvSpPr>
          <p:cNvPr id="148" name="Google Shape;148;p20"/>
          <p:cNvSpPr txBox="1"/>
          <p:nvPr>
            <p:ph idx="1" type="subTitle"/>
          </p:nvPr>
        </p:nvSpPr>
        <p:spPr>
          <a:xfrm>
            <a:off x="792825" y="1629188"/>
            <a:ext cx="3876600" cy="448200"/>
          </a:xfrm>
          <a:prstGeom prst="rect">
            <a:avLst/>
          </a:prstGeom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9" name="Google Shape;149;p20"/>
          <p:cNvSpPr txBox="1"/>
          <p:nvPr>
            <p:ph hasCustomPrompt="1" idx="2" type="title"/>
          </p:nvPr>
        </p:nvSpPr>
        <p:spPr>
          <a:xfrm>
            <a:off x="4298725" y="2743425"/>
            <a:ext cx="3929100" cy="754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4500">
                <a:solidFill>
                  <a:schemeClr val="dk2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9pPr>
          </a:lstStyle>
          <a:p>
            <a:r>
              <a:t>xx%</a:t>
            </a:r>
          </a:p>
        </p:txBody>
      </p:sp>
      <p:sp>
        <p:nvSpPr>
          <p:cNvPr id="150" name="Google Shape;150;p20"/>
          <p:cNvSpPr txBox="1"/>
          <p:nvPr>
            <p:ph idx="3" type="subTitle"/>
          </p:nvPr>
        </p:nvSpPr>
        <p:spPr>
          <a:xfrm>
            <a:off x="4298725" y="3498224"/>
            <a:ext cx="3929100" cy="448200"/>
          </a:xfrm>
          <a:prstGeom prst="rect">
            <a:avLst/>
          </a:prstGeom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anks">
  <p:cSld name="CUSTOM_3_1"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2" name="Google Shape;152;p21"/>
          <p:cNvGrpSpPr/>
          <p:nvPr/>
        </p:nvGrpSpPr>
        <p:grpSpPr>
          <a:xfrm>
            <a:off x="84988" y="78599"/>
            <a:ext cx="8974027" cy="4925051"/>
            <a:chOff x="84988" y="78599"/>
            <a:chExt cx="8974027" cy="4925051"/>
          </a:xfrm>
        </p:grpSpPr>
        <p:pic>
          <p:nvPicPr>
            <p:cNvPr id="153" name="Google Shape;153;p21" title="Sin título-7.png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84988" y="78599"/>
              <a:ext cx="8974027" cy="492505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4" name="Google Shape;154;p21" title="Sin título-2.png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270400" y="196675"/>
              <a:ext cx="8645002" cy="308147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55" name="Google Shape;155;p21"/>
          <p:cNvSpPr txBox="1"/>
          <p:nvPr>
            <p:ph type="title"/>
          </p:nvPr>
        </p:nvSpPr>
        <p:spPr>
          <a:xfrm>
            <a:off x="669775" y="1143000"/>
            <a:ext cx="3852300" cy="564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50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/>
        </p:txBody>
      </p:sp>
      <p:sp>
        <p:nvSpPr>
          <p:cNvPr id="156" name="Google Shape;156;p21"/>
          <p:cNvSpPr txBox="1"/>
          <p:nvPr>
            <p:ph idx="1" type="subTitle"/>
          </p:nvPr>
        </p:nvSpPr>
        <p:spPr>
          <a:xfrm>
            <a:off x="669775" y="1850750"/>
            <a:ext cx="3683400" cy="97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57" name="Google Shape;157;p21" title="Sin título-9.png"/>
          <p:cNvPicPr preferRelativeResize="0"/>
          <p:nvPr/>
        </p:nvPicPr>
        <p:blipFill rotWithShape="1">
          <a:blip r:embed="rId4">
            <a:alphaModFix/>
          </a:blip>
          <a:srcRect b="47107" l="19763" r="19447" t="14676"/>
          <a:stretch/>
        </p:blipFill>
        <p:spPr>
          <a:xfrm>
            <a:off x="4549250" y="1778300"/>
            <a:ext cx="3953100" cy="2485174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1"/>
          <p:cNvSpPr txBox="1"/>
          <p:nvPr/>
        </p:nvSpPr>
        <p:spPr>
          <a:xfrm>
            <a:off x="4865450" y="2464525"/>
            <a:ext cx="3320700" cy="51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CREDITS:</a:t>
            </a:r>
            <a:r>
              <a:rPr lang="en" sz="10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 This presentation template was created by </a:t>
            </a:r>
            <a:r>
              <a:rPr b="1" lang="en" sz="1000">
                <a:solidFill>
                  <a:schemeClr val="dk1"/>
                </a:solidFill>
                <a:uFill>
                  <a:noFill/>
                </a:uFill>
                <a:latin typeface="Roboto Mono"/>
                <a:ea typeface="Roboto Mono"/>
                <a:cs typeface="Roboto Mono"/>
                <a:sym typeface="Roboto Mono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Slidesgo</a:t>
            </a:r>
            <a:r>
              <a:rPr lang="en" sz="10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, and includes icons, infographics &amp; images by </a:t>
            </a:r>
            <a:r>
              <a:rPr b="1" lang="en" sz="1000">
                <a:solidFill>
                  <a:schemeClr val="dk1"/>
                </a:solidFill>
                <a:uFill>
                  <a:noFill/>
                </a:uFill>
                <a:latin typeface="Roboto Mono"/>
                <a:ea typeface="Roboto Mono"/>
                <a:cs typeface="Roboto Mono"/>
                <a:sym typeface="Roboto Mono"/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Freepik</a:t>
            </a:r>
            <a:r>
              <a:rPr lang="en" sz="10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 </a:t>
            </a:r>
            <a:endParaRPr b="1" sz="1000" u="sng">
              <a:solidFill>
                <a:schemeClr val="dk1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">
  <p:cSld name="BLANK_1_1_1_1_1_1_1"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0" name="Google Shape;160;p22"/>
          <p:cNvGrpSpPr/>
          <p:nvPr/>
        </p:nvGrpSpPr>
        <p:grpSpPr>
          <a:xfrm>
            <a:off x="84988" y="78599"/>
            <a:ext cx="8974027" cy="4925051"/>
            <a:chOff x="84988" y="78599"/>
            <a:chExt cx="8974027" cy="4925051"/>
          </a:xfrm>
        </p:grpSpPr>
        <p:pic>
          <p:nvPicPr>
            <p:cNvPr id="161" name="Google Shape;161;p22" title="Sin título-7.png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84988" y="78599"/>
              <a:ext cx="8974027" cy="492505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62" name="Google Shape;162;p22" title="Sin título-2.png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270400" y="196675"/>
              <a:ext cx="8645002" cy="308147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 1">
  <p:cSld name="BLANK_1_1_1_1_1_1_1_1"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slide" type="blank">
  <p:cSld name="BLANK"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CUSTOM_2_1"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26"/>
          <p:cNvSpPr/>
          <p:nvPr/>
        </p:nvSpPr>
        <p:spPr>
          <a:xfrm>
            <a:off x="-75" y="-10275"/>
            <a:ext cx="9144000" cy="11808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70" name="Google Shape;170;p26"/>
          <p:cNvSpPr txBox="1"/>
          <p:nvPr>
            <p:ph type="title"/>
          </p:nvPr>
        </p:nvSpPr>
        <p:spPr>
          <a:xfrm>
            <a:off x="713225" y="539500"/>
            <a:ext cx="7717500" cy="482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200"/>
            </a:lvl1pPr>
            <a:lvl2pPr lvl="1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E46962"/>
          </p15:clr>
        </p15:guide>
        <p15:guide id="2" pos="2880">
          <p15:clr>
            <a:srgbClr val="E46962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>
  <p:cSld name="CUSTOM_2_1_1"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7"/>
          <p:cNvSpPr/>
          <p:nvPr/>
        </p:nvSpPr>
        <p:spPr>
          <a:xfrm>
            <a:off x="-75" y="-10275"/>
            <a:ext cx="9144000" cy="11808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73" name="Google Shape;173;p27"/>
          <p:cNvSpPr txBox="1"/>
          <p:nvPr>
            <p:ph type="title"/>
          </p:nvPr>
        </p:nvSpPr>
        <p:spPr>
          <a:xfrm>
            <a:off x="728527" y="539500"/>
            <a:ext cx="3347700" cy="482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200">
                <a:latin typeface="Inter"/>
                <a:ea typeface="Inter"/>
                <a:cs typeface="Inter"/>
                <a:sym typeface="Inter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  <p:sp>
        <p:nvSpPr>
          <p:cNvPr id="174" name="Google Shape;174;p27"/>
          <p:cNvSpPr txBox="1"/>
          <p:nvPr>
            <p:ph idx="2" type="title"/>
          </p:nvPr>
        </p:nvSpPr>
        <p:spPr>
          <a:xfrm>
            <a:off x="4977550" y="539500"/>
            <a:ext cx="3458400" cy="482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200">
                <a:latin typeface="Inter"/>
                <a:ea typeface="Inter"/>
                <a:cs typeface="Inter"/>
                <a:sym typeface="Inter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theme" Target="../theme/theme3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T323"/>
              <a:buNone/>
              <a:defRPr sz="32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T323"/>
              <a:buNone/>
              <a:defRPr sz="32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T323"/>
              <a:buNone/>
              <a:defRPr sz="32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T323"/>
              <a:buNone/>
              <a:defRPr sz="32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T323"/>
              <a:buNone/>
              <a:defRPr sz="32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T323"/>
              <a:buNone/>
              <a:defRPr sz="32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T323"/>
              <a:buNone/>
              <a:defRPr sz="32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T323"/>
              <a:buNone/>
              <a:defRPr sz="32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T323"/>
              <a:buNone/>
              <a:defRPr sz="32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Char char="●"/>
              <a:defRPr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1pPr>
            <a:lvl2pPr indent="-317500" lvl="1" marL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Char char="○"/>
              <a:defRPr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2pPr>
            <a:lvl3pPr indent="-317500" lvl="2" marL="1371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Char char="■"/>
              <a:defRPr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3pPr>
            <a:lvl4pPr indent="-317500" lvl="3" marL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Char char="●"/>
              <a:defRPr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4pPr>
            <a:lvl5pPr indent="-317500" lvl="4" marL="2286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Char char="○"/>
              <a:defRPr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5pPr>
            <a:lvl6pPr indent="-317500" lvl="5" marL="2743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Char char="■"/>
              <a:defRPr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6pPr>
            <a:lvl7pPr indent="-317500" lvl="6" marL="3200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Char char="●"/>
              <a:defRPr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7pPr>
            <a:lvl8pPr indent="-317500" lvl="7" marL="3657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Char char="○"/>
              <a:defRPr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8pPr>
            <a:lvl9pPr indent="-317500" lvl="8" marL="411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Char char="■"/>
              <a:defRPr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dk1"/>
        </a:solidFill>
      </p:bgPr>
    </p:bg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4"/>
          <p:cNvSpPr txBox="1"/>
          <p:nvPr>
            <p:ph type="title"/>
          </p:nvPr>
        </p:nvSpPr>
        <p:spPr>
          <a:xfrm>
            <a:off x="713225" y="539500"/>
            <a:ext cx="7717500" cy="48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None/>
              <a:defRPr b="1"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None/>
              <a:defRPr b="1"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None/>
              <a:defRPr b="1"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None/>
              <a:defRPr b="1"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None/>
              <a:defRPr b="1"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None/>
              <a:defRPr b="1"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None/>
              <a:defRPr b="1"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None/>
              <a:defRPr b="1"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None/>
              <a:defRPr b="1"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  <p:sp>
        <p:nvSpPr>
          <p:cNvPr id="166" name="Google Shape;166;p24"/>
          <p:cNvSpPr txBox="1"/>
          <p:nvPr>
            <p:ph idx="1" type="body"/>
          </p:nvPr>
        </p:nvSpPr>
        <p:spPr>
          <a:xfrm>
            <a:off x="1068100" y="1695450"/>
            <a:ext cx="7047300" cy="250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Inter"/>
              <a:buChar char="●"/>
              <a:defRPr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indent="-29845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Inter"/>
              <a:buChar char="○"/>
              <a:defRPr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indent="-29845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Inter"/>
              <a:buChar char="■"/>
              <a:defRPr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indent="-29845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Inter"/>
              <a:buChar char="●"/>
              <a:defRPr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indent="-29845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Inter"/>
              <a:buChar char="○"/>
              <a:defRPr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indent="-29845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Inter"/>
              <a:buChar char="■"/>
              <a:defRPr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indent="-29845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Inter"/>
              <a:buChar char="●"/>
              <a:defRPr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indent="-29845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Inter"/>
              <a:buChar char="○"/>
              <a:defRPr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indent="-29845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Inter"/>
              <a:buChar char="■"/>
              <a:defRPr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70" r:id="rId1"/>
    <p:sldLayoutId id="2147483671" r:id="rId2"/>
    <p:sldLayoutId id="2147483672" r:id="rId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1.png"/><Relationship Id="rId4" Type="http://schemas.openxmlformats.org/officeDocument/2006/relationships/image" Target="../media/pic_s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pic_s3.jpg"/><Relationship Id="rId4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1.png"/><Relationship Id="rId4" Type="http://schemas.openxmlformats.org/officeDocument/2006/relationships/image" Target="../media/shot1.jpg"/><Relationship Id="rId5" Type="http://schemas.openxmlformats.org/officeDocument/2006/relationships/image" Target="../media/shot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png"/><Relationship Id="rId4" Type="http://schemas.openxmlformats.org/officeDocument/2006/relationships/image" Target="../media/pic_s5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35"/>
          <p:cNvSpPr txBox="1"/>
          <p:nvPr>
            <p:ph idx="6" type="title"/>
          </p:nvPr>
        </p:nvSpPr>
        <p:spPr>
          <a:xfrm>
            <a:off x="341850" y="654800"/>
            <a:ext cx="8249700" cy="60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" sz="2400">
                <a:solidFill>
                  <a:schemeClr val="dk1"/>
                </a:solidFill>
              </a:rPr>
              <a:t>Healthier water starts with better observations.</a:t>
            </a:r>
          </a:p>
        </p:txBody>
      </p:sp>
      <p:sp>
        <p:nvSpPr>
          <p:cNvPr id="286" name="Google Shape;286;p35"/>
          <p:cNvSpPr txBox="1"/>
          <p:nvPr>
            <p:ph idx="1" type="subTitle"/>
          </p:nvPr>
        </p:nvSpPr>
        <p:spPr>
          <a:xfrm>
            <a:off x="3145041" y="2500000"/>
            <a:ext cx="2599200" cy="45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" sz="1400">
                <a:solidFill>
                  <a:schemeClr val="dk1"/>
                </a:solidFill>
              </a:rPr>
              <a:t>human illnesses</a:t>
            </a:r>
          </a:p>
        </p:txBody>
      </p:sp>
      <p:sp>
        <p:nvSpPr>
          <p:cNvPr id="287" name="Google Shape;287;p35"/>
          <p:cNvSpPr txBox="1"/>
          <p:nvPr>
            <p:ph idx="2" type="subTitle"/>
          </p:nvPr>
        </p:nvSpPr>
        <p:spPr>
          <a:xfrm>
            <a:off x="341850" y="2500000"/>
            <a:ext cx="2599200" cy="45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" sz="1400">
                <a:solidFill>
                  <a:schemeClr val="dk1"/>
                </a:solidFill>
              </a:rPr>
              <a:t>bloom events</a:t>
            </a:r>
          </a:p>
        </p:txBody>
      </p:sp>
      <p:sp>
        <p:nvSpPr>
          <p:cNvPr id="288" name="Google Shape;288;p35"/>
          <p:cNvSpPr txBox="1"/>
          <p:nvPr>
            <p:ph idx="3" type="subTitle"/>
          </p:nvPr>
        </p:nvSpPr>
        <p:spPr>
          <a:xfrm>
            <a:off x="5948257" y="2500000"/>
            <a:ext cx="2599200" cy="45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" sz="1400">
                <a:solidFill>
                  <a:schemeClr val="dk1"/>
                </a:solidFill>
              </a:rPr>
              <a:t>animal illnesses</a:t>
            </a:r>
          </a:p>
        </p:txBody>
      </p:sp>
      <p:sp>
        <p:nvSpPr>
          <p:cNvPr id="289" name="Google Shape;289;p35"/>
          <p:cNvSpPr txBox="1"/>
          <p:nvPr>
            <p:ph type="title"/>
          </p:nvPr>
        </p:nvSpPr>
        <p:spPr>
          <a:xfrm>
            <a:off x="3145041" y="1650000"/>
            <a:ext cx="2599200" cy="850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" sz="5400">
                <a:solidFill>
                  <a:schemeClr val="dk1"/>
                </a:solidFill>
              </a:rPr>
              <a:t>389</a:t>
            </a:r>
          </a:p>
        </p:txBody>
      </p:sp>
      <p:sp>
        <p:nvSpPr>
          <p:cNvPr id="290" name="Google Shape;290;p35"/>
          <p:cNvSpPr txBox="1"/>
          <p:nvPr>
            <p:ph idx="4" type="title"/>
          </p:nvPr>
        </p:nvSpPr>
        <p:spPr>
          <a:xfrm>
            <a:off x="341850" y="1650000"/>
            <a:ext cx="2599200" cy="850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" sz="5400">
                <a:solidFill>
                  <a:schemeClr val="dk1"/>
                </a:solidFill>
              </a:rPr>
              <a:t>421</a:t>
            </a:r>
          </a:p>
        </p:txBody>
      </p:sp>
      <p:sp>
        <p:nvSpPr>
          <p:cNvPr id="291" name="Google Shape;291;p35"/>
          <p:cNvSpPr txBox="1"/>
          <p:nvPr>
            <p:ph idx="5" type="title"/>
          </p:nvPr>
        </p:nvSpPr>
        <p:spPr>
          <a:xfrm>
            <a:off x="5948257" y="1650000"/>
            <a:ext cx="2599200" cy="850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" sz="5400">
                <a:solidFill>
                  <a:schemeClr val="dk1"/>
                </a:solidFill>
              </a:rPr>
              <a:t>413+</a:t>
            </a:r>
          </a:p>
        </p:txBody>
      </p:sp>
      <p:sp>
        <p:nvSpPr>
          <p:cNvPr id="901" name="Text"/>
          <p:cNvSpPr txBox="1"/>
          <p:nvPr/>
        </p:nvSpPr>
        <p:spPr>
          <a:xfrm>
            <a:off x="341850" y="3100000"/>
            <a:ext cx="5800000" cy="450000"/>
          </a:xfrm>
          <a:prstGeom prst="rect">
            <a:avLst/>
          </a:prstGeom>
          <a:noFill/>
        </p:spPr>
        <p:txBody>
          <a:bodyPr wrap="square" lIns="91425" tIns="91425" rIns="91425" bIns="91425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" sz="1400" b="1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18 U.S. states, 2016–2018 — not Lake Mead-specific</a:t>
            </a:r>
          </a:p>
        </p:txBody>
      </p:sp>
      <p:sp>
        <p:nvSpPr>
          <p:cNvPr id="902" name="Text"/>
          <p:cNvSpPr txBox="1"/>
          <p:nvPr/>
        </p:nvSpPr>
        <p:spPr>
          <a:xfrm>
            <a:off x="341850" y="3600000"/>
            <a:ext cx="5800000" cy="400000"/>
          </a:xfrm>
          <a:prstGeom prst="rect">
            <a:avLst/>
          </a:prstGeom>
          <a:noFill/>
        </p:spPr>
        <p:txBody>
          <a:bodyPr wrap="square" lIns="91425" tIns="91425" rIns="91425" bIns="91425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" sz="12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Source: CDC, MMWR 69(50), December 18, 2020</a:t>
            </a:r>
          </a:p>
        </p:txBody>
      </p:sp>
      <p:sp>
        <p:nvSpPr>
          <p:cNvPr id="903" name="Text"/>
          <p:cNvSpPr txBox="1"/>
          <p:nvPr/>
        </p:nvSpPr>
        <p:spPr>
          <a:xfrm>
            <a:off x="341850" y="1230000"/>
            <a:ext cx="8249700" cy="400000"/>
          </a:xfrm>
          <a:prstGeom prst="rect">
            <a:avLst/>
          </a:prstGeom>
          <a:noFill/>
        </p:spPr>
        <p:txBody>
          <a:bodyPr wrap="square" lIns="91425" tIns="91425" rIns="91425" bIns="91425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" sz="1600" b="1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Environment · People · Animals</a:t>
            </a:r>
          </a:p>
        </p:txBody>
      </p:sp>
      <p:pic>
        <p:nvPicPr>
          <p:cNvPr id="910" name="Window bar" descr=""/>
          <p:cNvPicPr>
            <a:picLocks noChangeAspect="1"/>
          </p:cNvPicPr>
          <p:nvPr/>
        </p:nvPicPr>
        <p:blipFill>
          <a:blip r:embed="rId3"/>
          <a:srcRect l="66804"/>
          <a:stretch/>
        </p:blipFill>
        <p:spPr>
          <a:xfrm>
            <a:off x="6338700" y="3150000"/>
            <a:ext cx="2472600" cy="265500"/>
          </a:xfrm>
          <a:prstGeom prst="rect">
            <a:avLst/>
          </a:prstGeom>
        </p:spPr>
      </p:pic>
      <p:pic>
        <p:nvPicPr>
          <p:cNvPr id="911" name="Picture" descr="Turquoise lake water under a clear sky, a stand-in for the open water the bloom figures describ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0000" y="3415500"/>
            <a:ext cx="2450000" cy="1300000"/>
          </a:xfrm>
          <a:prstGeom prst="rect">
            <a:avLst/>
          </a:prstGeom>
          <a:ln w="9525">
            <a:solidFill>
              <a:srgbClr val="707070"/>
            </a:solidFill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9" name="Google Shape;259;p32" descr="Verdant sampling priority list ranking Callville Bay first, with its very high risk score and recommended sampling target"/>
          <p:cNvPicPr preferRelativeResize="0"/>
          <p:nvPr>
            <p:ph idx="3" type="pic"/>
          </p:nvPr>
        </p:nvPicPr>
        <p:blipFill rotWithShape="1">
          <a:blip r:embed="rId3">
            <a:alphaModFix/>
          </a:blip>
          <a:srcRect/>
          <a:stretch/>
        </p:blipFill>
        <p:spPr>
          <a:xfrm>
            <a:off x="6250000" y="1212525"/>
            <a:ext cx="2500000" cy="1842105"/>
          </a:xfrm>
          <a:prstGeom prst="rect">
            <a:avLst/>
          </a:prstGeom>
        </p:spPr>
      </p:pic>
      <p:sp>
        <p:nvSpPr>
          <p:cNvPr id="260" name="Google Shape;260;p32"/>
          <p:cNvSpPr txBox="1"/>
          <p:nvPr>
            <p:ph idx="1" type="subTitle"/>
          </p:nvPr>
        </p:nvSpPr>
        <p:spPr>
          <a:xfrm>
            <a:off x="3465325" y="3740000"/>
            <a:ext cx="5174400" cy="85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" sz="1200">
                <a:solidFill>
                  <a:schemeClr val="dk1"/>
                </a:solidFill>
              </a:rPr>
              <a:t>Citizen observation → Ranger review → Sampling priority → Reporter feedback</a:t>
            </a:r>
          </a:p>
          <a:p>
            <a:pPr marL="0" indent="0" algn="l">
              <a:spcBef>
                <a:spcPts val="200"/>
              </a:spcBef>
              <a:buNone/>
            </a:pPr>
            <a:r>
              <a:rPr lang="en" sz="1200">
                <a:solidFill>
                  <a:schemeClr val="dk1"/>
                </a:solidFill>
              </a:rPr>
              <a:t>Track 6: Resilience Informatics</a:t>
            </a:r>
          </a:p>
          <a:p>
            <a:pPr marL="0" indent="0" algn="l">
              <a:spcBef>
                <a:spcPts val="200"/>
              </a:spcBef>
              <a:buNone/>
            </a:pPr>
            <a:r>
              <a:rPr lang="en" sz="1200">
                <a:solidFill>
                  <a:schemeClr val="dk1"/>
                </a:solidFill>
              </a:rPr>
              <a:t>Lake Mead: pilot workflow · Coimbra: OneAquaHealth application</a:t>
            </a:r>
          </a:p>
        </p:txBody>
      </p:sp>
      <p:sp>
        <p:nvSpPr>
          <p:cNvPr id="261" name="Google Shape;261;p32"/>
          <p:cNvSpPr txBox="1"/>
          <p:nvPr>
            <p:ph type="title"/>
          </p:nvPr>
        </p:nvSpPr>
        <p:spPr>
          <a:xfrm>
            <a:off x="1000000" y="1532500"/>
            <a:ext cx="4350000" cy="1521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" sz="2400">
                <a:solidFill>
                  <a:schemeClr val="dk1"/>
                </a:solidFill>
              </a:rPr>
              <a:t>Turn an observation into useful follow-up.</a:t>
            </a:r>
          </a:p>
        </p:txBody>
      </p:sp>
      <p:grpSp>
        <p:nvGrpSpPr>
          <p:cNvPr id="263" name="Google Shape;263;p32"/>
          <p:cNvGrpSpPr/>
          <p:nvPr/>
        </p:nvGrpSpPr>
        <p:grpSpPr>
          <a:xfrm>
            <a:off x="6250000" y="947025"/>
            <a:ext cx="2500000" cy="265500"/>
            <a:chOff x="6250000" y="947025"/>
            <a:chExt cx="2500000" cy="265500"/>
          </a:xfrm>
        </p:grpSpPr>
        <p:pic>
          <p:nvPicPr>
            <p:cNvPr id="264" name="Google Shape;264;p32" title="Sin título-2.png"/>
            <p:cNvPicPr preferRelativeResize="0"/>
            <p:nvPr/>
          </p:nvPicPr>
          <p:blipFill rotWithShape="1">
            <a:blip r:embed="rId4">
              <a:alphaModFix/>
            </a:blip>
            <a:srcRect b="0" l="66436" r="0" t="0"/>
            <a:stretch/>
          </p:blipFill>
          <p:spPr>
            <a:xfrm>
              <a:off x="6250000" y="947025"/>
              <a:ext cx="2500000" cy="2655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65" name="Google Shape;265;p32" title="Sin título-2.png"/>
            <p:cNvPicPr preferRelativeResize="0"/>
            <p:nvPr/>
          </p:nvPicPr>
          <p:blipFill rotWithShape="1">
            <a:blip r:embed="rId4">
              <a:alphaModFix/>
            </a:blip>
            <a:srcRect b="0" l="66436" r="0" t="0"/>
            <a:stretch/>
          </p:blipFill>
          <p:spPr>
            <a:xfrm>
              <a:off x="6250000" y="947025"/>
              <a:ext cx="2500000" cy="2655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36"/>
          <p:cNvSpPr txBox="1"/>
          <p:nvPr>
            <p:ph type="title"/>
          </p:nvPr>
        </p:nvSpPr>
        <p:spPr>
          <a:xfrm>
            <a:off x="341850" y="654800"/>
            <a:ext cx="8700000" cy="95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" sz="2800">
                <a:solidFill>
                  <a:schemeClr val="dk1"/>
                </a:solidFill>
              </a:rPr>
              <a:t>From a working demonstration to field use</a:t>
            </a:r>
          </a:p>
        </p:txBody>
      </p:sp>
      <p:sp>
        <p:nvSpPr>
          <p:cNvPr id="298" name="Google Shape;298;p36"/>
          <p:cNvSpPr txBox="1"/>
          <p:nvPr>
            <p:ph idx="1" type="subTitle"/>
          </p:nvPr>
        </p:nvSpPr>
        <p:spPr>
          <a:xfrm>
            <a:off x="433000" y="1700000"/>
            <a:ext cx="3700000" cy="11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" sz="1200">
                <a:solidFill>
                  <a:schemeClr val="dk1"/>
                </a:solidFill>
              </a:rPr>
              <a:t>Guided reporting and outcome history</a:t>
            </a:r>
          </a:p>
          <a:p>
            <a:pPr marL="0" indent="0" algn="l">
              <a:spcBef>
                <a:spcPts val="400"/>
              </a:spcBef>
              <a:buNone/>
            </a:pPr>
            <a:r>
              <a:rPr lang="en" sz="1200">
                <a:solidFill>
                  <a:schemeClr val="dk1"/>
                </a:solidFill>
              </a:rPr>
              <a:t>Explainable scoring and regional configuration</a:t>
            </a:r>
          </a:p>
          <a:p>
            <a:pPr marL="0" indent="0" algn="l">
              <a:spcBef>
                <a:spcPts val="400"/>
              </a:spcBef>
              <a:buNone/>
            </a:pPr>
            <a:r>
              <a:rPr lang="en" sz="1200">
                <a:solidFill>
                  <a:schemeClr val="dk1"/>
                </a:solidFill>
              </a:rPr>
              <a:t>Demonstrated ranger-review workflow</a:t>
            </a:r>
          </a:p>
        </p:txBody>
      </p:sp>
      <p:sp>
        <p:nvSpPr>
          <p:cNvPr id="299" name="Google Shape;299;p36"/>
          <p:cNvSpPr txBox="1"/>
          <p:nvPr>
            <p:ph idx="2" type="subTitle"/>
          </p:nvPr>
        </p:nvSpPr>
        <p:spPr>
          <a:xfrm>
            <a:off x="4200000" y="1700000"/>
            <a:ext cx="4550000" cy="11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" sz="1200">
                <a:solidFill>
                  <a:schemeClr val="dk1"/>
                </a:solidFill>
              </a:rPr>
              <a:t>Test reporting with citizens and rangers</a:t>
            </a:r>
          </a:p>
          <a:p>
            <a:pPr marL="0" indent="0" algn="l">
              <a:spcBef>
                <a:spcPts val="400"/>
              </a:spcBef>
              <a:buNone/>
            </a:pPr>
            <a:r>
              <a:rPr lang="en" sz="1200">
                <a:solidFill>
                  <a:schemeClr val="dk1"/>
                </a:solidFill>
              </a:rPr>
              <a:t>Compare scores with field measurements</a:t>
            </a:r>
          </a:p>
          <a:p>
            <a:pPr marL="0" indent="0" algn="l">
              <a:spcBef>
                <a:spcPts val="400"/>
              </a:spcBef>
              <a:buNone/>
            </a:pPr>
            <a:r>
              <a:rPr lang="en" sz="1200">
                <a:solidFill>
                  <a:schemeClr val="dk1"/>
                </a:solidFill>
              </a:rPr>
              <a:t>Shared backend, ranger authentication, duplicate controls</a:t>
            </a:r>
          </a:p>
        </p:txBody>
      </p:sp>
      <p:sp>
        <p:nvSpPr>
          <p:cNvPr id="305" name="Google Shape;305;p36"/>
          <p:cNvSpPr txBox="1"/>
          <p:nvPr>
            <p:ph idx="9" type="title"/>
          </p:nvPr>
        </p:nvSpPr>
        <p:spPr>
          <a:xfrm>
            <a:off x="4200000" y="1250000"/>
            <a:ext cx="4550000" cy="450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" sz="1800">
                <a:solidFill>
                  <a:schemeClr val="dk1"/>
                </a:solidFill>
              </a:rPr>
              <a:t>Next validation and deployment steps</a:t>
            </a:r>
          </a:p>
        </p:txBody>
      </p:sp>
      <p:sp>
        <p:nvSpPr>
          <p:cNvPr id="307" name="Google Shape;307;p36"/>
          <p:cNvSpPr txBox="1"/>
          <p:nvPr>
            <p:ph idx="14" type="title"/>
          </p:nvPr>
        </p:nvSpPr>
        <p:spPr>
          <a:xfrm>
            <a:off x="433000" y="1250000"/>
            <a:ext cx="3700000" cy="450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" sz="1800">
                <a:solidFill>
                  <a:schemeClr val="dk1"/>
                </a:solidFill>
              </a:rPr>
              <a:t>Working now</a:t>
            </a:r>
          </a:p>
        </p:txBody>
      </p:sp>
      <p:pic>
        <p:nvPicPr>
          <p:cNvPr id="901" name="Window bar" descr=""/>
          <p:cNvPicPr>
            <a:picLocks noChangeAspect="1"/>
          </p:cNvPicPr>
          <p:nvPr/>
        </p:nvPicPr>
        <p:blipFill>
          <a:blip r:embed="rId3"/>
          <a:srcRect l="64119"/>
          <a:stretch/>
        </p:blipFill>
        <p:spPr>
          <a:xfrm>
            <a:off x="433000" y="2900000"/>
            <a:ext cx="2138080" cy="212400"/>
          </a:xfrm>
          <a:prstGeom prst="rect">
            <a:avLst/>
          </a:prstGeom>
        </p:spPr>
      </p:pic>
      <p:pic>
        <p:nvPicPr>
          <p:cNvPr id="902" name="Screenshot" descr="Report form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300" y="3112400"/>
            <a:ext cx="2120000" cy="1040000"/>
          </a:xfrm>
          <a:prstGeom prst="rect">
            <a:avLst/>
          </a:prstGeom>
          <a:ln w="9525">
            <a:solidFill>
              <a:srgbClr val="707070"/>
            </a:solidFill>
          </a:ln>
        </p:spPr>
      </p:pic>
      <p:pic>
        <p:nvPicPr>
          <p:cNvPr id="903" name="Window bar" descr=""/>
          <p:cNvPicPr>
            <a:picLocks noChangeAspect="1"/>
          </p:cNvPicPr>
          <p:nvPr/>
        </p:nvPicPr>
        <p:blipFill>
          <a:blip r:embed="rId3"/>
          <a:srcRect l="64119"/>
          <a:stretch/>
        </p:blipFill>
        <p:spPr>
          <a:xfrm>
            <a:off x="4200000" y="2900000"/>
            <a:ext cx="2138080" cy="212400"/>
          </a:xfrm>
          <a:prstGeom prst="rect">
            <a:avLst/>
          </a:prstGeom>
        </p:spPr>
      </p:pic>
      <p:pic>
        <p:nvPicPr>
          <p:cNvPr id="904" name="Screenshot" descr="Sampling priority list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11300" y="3112400"/>
            <a:ext cx="2120000" cy="1040000"/>
          </a:xfrm>
          <a:prstGeom prst="rect">
            <a:avLst/>
          </a:prstGeom>
          <a:ln w="9525">
            <a:solidFill>
              <a:srgbClr val="707070"/>
            </a:solidFill>
          </a:ln>
        </p:spPr>
      </p:pic>
      <p:sp>
        <p:nvSpPr>
          <p:cNvPr id="907" name="Panel"/>
          <p:cNvSpPr/>
          <p:nvPr/>
        </p:nvSpPr>
        <p:spPr>
          <a:xfrm>
            <a:off x="433000" y="4300000"/>
            <a:ext cx="8300000" cy="280000"/>
          </a:xfrm>
          <a:prstGeom prst="rect">
            <a:avLst/>
          </a:prstGeom>
          <a:solidFill>
            <a:srgbClr val="EFEFEF"/>
          </a:solidFill>
          <a:ln w="12700">
            <a:solidFill>
              <a:srgbClr val="707070"/>
            </a:solidFill>
          </a:ln>
        </p:spPr>
        <p:txBody>
          <a:bodyPr wrap="square" lIns="91425" tIns="45720" rIns="91425" bIns="45720" anchor="ctr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" sz="12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Intended impact: more useful reports · clearer sampling priorities · visible follow-up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41"/>
          <p:cNvSpPr txBox="1"/>
          <p:nvPr>
            <p:ph type="title"/>
          </p:nvPr>
        </p:nvSpPr>
        <p:spPr>
          <a:xfrm>
            <a:off x="669775" y="1143000"/>
            <a:ext cx="3852300" cy="564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">
                <a:solidFill>
                  <a:schemeClr val="dk1"/>
                </a:solidFill>
              </a:rPr>
              <a:t>Verdant</a:t>
            </a:r>
          </a:p>
        </p:txBody>
      </p:sp>
      <p:sp>
        <p:nvSpPr>
          <p:cNvPr id="373" name="Google Shape;373;p41"/>
          <p:cNvSpPr txBox="1"/>
          <p:nvPr>
            <p:ph idx="1" type="subTitle"/>
          </p:nvPr>
        </p:nvSpPr>
        <p:spPr>
          <a:xfrm>
            <a:off x="669775" y="1850750"/>
            <a:ext cx="3700000" cy="13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" sz="1600" b="1">
                <a:solidFill>
                  <a:schemeClr val="dk1"/>
                </a:solidFill>
              </a:rPr>
              <a:t>Better observations. Clearer priorities. Visible follow-up.</a:t>
            </a:r>
          </a:p>
          <a:p>
            <a:pPr marL="0" indent="0" algn="l">
              <a:spcBef>
                <a:spcPts val="500"/>
              </a:spcBef>
              <a:buNone/>
            </a:pPr>
            <a:r>
              <a:rPr lang="en" sz="1400">
                <a:solidFill>
                  <a:schemeClr val="dk1"/>
                </a:solidFill>
              </a:rPr>
              <a:t>verdant.albert14059.workers.dev</a:t>
            </a:r>
          </a:p>
        </p:txBody>
      </p:sp>
      <p:sp>
        <p:nvSpPr>
          <p:cNvPr id="374" name="Google Shape;374;p41"/>
          <p:cNvSpPr txBox="1"/>
          <p:nvPr/>
        </p:nvSpPr>
        <p:spPr>
          <a:xfrm>
            <a:off x="4941648" y="3180650"/>
            <a:ext cx="3206400" cy="260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Please keep this slide for attribution</a:t>
            </a:r>
            <a:endParaRPr sz="1000">
              <a:solidFill>
                <a:schemeClr val="dk1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390" name="Google Shape;390;p41"/>
          <p:cNvSpPr txBox="1"/>
          <p:nvPr/>
        </p:nvSpPr>
        <p:spPr>
          <a:xfrm>
            <a:off x="341850" y="205291"/>
            <a:ext cx="4475400" cy="26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" sz="16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Verdant</a:t>
            </a:r>
          </a:p>
        </p:txBody>
      </p:sp>
      <p:pic>
        <p:nvPicPr>
          <p:cNvPr id="910" name="Window bar" descr=""/>
          <p:cNvPicPr>
            <a:picLocks noChangeAspect="1"/>
          </p:cNvPicPr>
          <p:nvPr/>
        </p:nvPicPr>
        <p:blipFill>
          <a:blip r:embed="rId3"/>
          <a:srcRect l="52707"/>
          <a:stretch/>
        </p:blipFill>
        <p:spPr>
          <a:xfrm>
            <a:off x="749900" y="3000000"/>
            <a:ext cx="3522600" cy="265500"/>
          </a:xfrm>
          <a:prstGeom prst="rect">
            <a:avLst/>
          </a:prstGeom>
        </p:spPr>
      </p:pic>
      <p:pic>
        <p:nvPicPr>
          <p:cNvPr id="911" name="Picture" descr="Green rolling hills under a blue sky with cloud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200" y="3265500"/>
            <a:ext cx="3500000" cy="1234000"/>
          </a:xfrm>
          <a:prstGeom prst="rect">
            <a:avLst/>
          </a:prstGeom>
          <a:ln w="9525">
            <a:solidFill>
              <a:srgbClr val="707070"/>
            </a:solidFill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lidesgo Final Pages">
  <a:themeElements>
    <a:clrScheme name="Simple Light">
      <a:dk1>
        <a:srgbClr val="FFFFFF"/>
      </a:dk1>
      <a:lt1>
        <a:srgbClr val="22244E"/>
      </a:lt1>
      <a:dk2>
        <a:srgbClr val="503259"/>
      </a:dk2>
      <a:lt2>
        <a:srgbClr val="765186"/>
      </a:lt2>
      <a:accent1>
        <a:srgbClr val="B07CC6"/>
      </a:accent1>
      <a:accent2>
        <a:srgbClr val="FAF6E7"/>
      </a:accent2>
      <a:accent3>
        <a:srgbClr val="E3DFD2"/>
      </a:accent3>
      <a:accent4>
        <a:srgbClr val="FFFFFF"/>
      </a:accent4>
      <a:accent5>
        <a:srgbClr val="FFFFFF"/>
      </a:accent5>
      <a:accent6>
        <a:srgbClr val="FFFFFF"/>
      </a:accent6>
      <a:hlink>
        <a:srgbClr val="765186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My Presentation Template">
  <a:themeElements>
    <a:clrScheme name="Simple Light">
      <a:dk1>
        <a:srgbClr val="191919"/>
      </a:dk1>
      <a:lt1>
        <a:srgbClr val="EFEFEF"/>
      </a:lt1>
      <a:dk2>
        <a:srgbClr val="707070"/>
      </a:dk2>
      <a:lt2>
        <a:srgbClr val="C1C1B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191919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Verdant</dc:title>
  <cp:lastModifiedBy>Verdant</cp:lastModifiedBy>
  <cp:revision>1</cp:revision>
  <dcterms:modified xsi:type="dcterms:W3CDTF">2026-10-05T00:03:40Z</dcterms:modified>
  <dc:creator>Verdant</dc:creator>
  <dc:subject>See the bloom before it becomes a warning</dc:subject>
  <dc:description/>
  <cp:keywords/>
</cp:coreProperties>
</file>