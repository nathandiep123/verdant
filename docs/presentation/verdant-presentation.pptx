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63" r:id="rId14"/>
    <p:sldId id="262" r:id="rId13"/>
    <p:sldId id="260" r:id="rId11"/>
    <p:sldId id="264" r:id="rId15"/>
    <p:sldId id="269" r:id="rId20"/>
  </p:sldIdLst>
  <p:sldSz cy="5143500" cx="9144000"/>
  <p:notesSz cx="6858000" cy="9144000"/>
  <p:embeddedFontLst>
    <p:embeddedFont>
      <p:font typeface="Raleway"/>
      <p:regular r:id="rId39"/>
      <p:bold r:id="rId40"/>
      <p:italic r:id="rId41"/>
      <p:boldItalic r:id="rId42"/>
    </p:embeddedFont>
    <p:embeddedFont>
      <p:font typeface="Hanken Grotesk"/>
      <p:regular r:id="rId43"/>
      <p:bold r:id="rId44"/>
      <p:italic r:id="rId45"/>
      <p:boldItalic r:id="rId46"/>
    </p:embeddedFont>
    <p:embeddedFont>
      <p:font typeface="VT323"/>
      <p:regular r:id="rId47"/>
    </p:embeddedFont>
    <p:embeddedFont>
      <p:font typeface="Inter"/>
      <p:regular r:id="rId48"/>
      <p:bold r:id="rId49"/>
      <p:italic r:id="rId50"/>
      <p:boldItalic r:id="rId51"/>
    </p:embeddedFont>
    <p:embeddedFont>
      <p:font typeface="Roboto Mono"/>
      <p:regular r:id="rId52"/>
      <p:bold r:id="rId53"/>
      <p:italic r:id="rId54"/>
      <p:boldItalic r:id="rId55"/>
    </p:embeddedFont>
    <p:embeddedFont>
      <p:font typeface="Open Sans"/>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35528E-C875-4908-AB80-04C8A26A6AD9}">
  <a:tblStyle styleId="{9535528E-C875-4908-AB80-04C8A26A6A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11" Type="http://schemas.openxmlformats.org/officeDocument/2006/relationships/slide" Target="slides/slide3.xml"/><Relationship Id="rId13" Type="http://schemas.openxmlformats.org/officeDocument/2006/relationships/slide" Target="slides/slide2.xml"/><Relationship Id="rId14" Type="http://schemas.openxmlformats.org/officeDocument/2006/relationships/slide" Target="slides/slide1.xml"/><Relationship Id="rId15" Type="http://schemas.openxmlformats.org/officeDocument/2006/relationships/slide" Target="slides/slide4.xml"/><Relationship Id="rId20" Type="http://schemas.openxmlformats.org/officeDocument/2006/relationships/slide" Target="slides/slide5.xml"/><Relationship Id="rId39" Type="http://schemas.openxmlformats.org/officeDocument/2006/relationships/font" Target="fonts/Raleway-regular.fntdata"/><Relationship Id="rId40" Type="http://schemas.openxmlformats.org/officeDocument/2006/relationships/font" Target="fonts/Raleway-bold.fntdata"/><Relationship Id="rId41" Type="http://schemas.openxmlformats.org/officeDocument/2006/relationships/font" Target="fonts/Raleway-italic.fntdata"/><Relationship Id="rId42" Type="http://schemas.openxmlformats.org/officeDocument/2006/relationships/font" Target="fonts/Raleway-boldItalic.fntdata"/><Relationship Id="rId43" Type="http://schemas.openxmlformats.org/officeDocument/2006/relationships/font" Target="fonts/HankenGrotesk-regular.fntdata"/><Relationship Id="rId44" Type="http://schemas.openxmlformats.org/officeDocument/2006/relationships/font" Target="fonts/HankenGrotesk-bold.fntdata"/><Relationship Id="rId45" Type="http://schemas.openxmlformats.org/officeDocument/2006/relationships/font" Target="fonts/HankenGrotesk-italic.fntdata"/><Relationship Id="rId46" Type="http://schemas.openxmlformats.org/officeDocument/2006/relationships/font" Target="fonts/HankenGrotesk-boldItalic.fntdata"/><Relationship Id="rId47" Type="http://schemas.openxmlformats.org/officeDocument/2006/relationships/font" Target="fonts/VT323-regular.fntdata"/><Relationship Id="rId48" Type="http://schemas.openxmlformats.org/officeDocument/2006/relationships/font" Target="fonts/Inter-regular.fntdata"/><Relationship Id="rId49" Type="http://schemas.openxmlformats.org/officeDocument/2006/relationships/font" Target="fonts/Inter-bold.fntdata"/><Relationship Id="rId50" Type="http://schemas.openxmlformats.org/officeDocument/2006/relationships/font" Target="fonts/Inter-italic.fntdata"/><Relationship Id="rId51" Type="http://schemas.openxmlformats.org/officeDocument/2006/relationships/font" Target="fonts/Inter-boldItalic.fntdata"/><Relationship Id="rId52" Type="http://schemas.openxmlformats.org/officeDocument/2006/relationships/font" Target="fonts/RobotoMono-regular.fntdata"/><Relationship Id="rId53" Type="http://schemas.openxmlformats.org/officeDocument/2006/relationships/font" Target="fonts/RobotoMono-bold.fntdata"/><Relationship Id="rId54" Type="http://schemas.openxmlformats.org/officeDocument/2006/relationships/font" Target="fonts/RobotoMono-italic.fntdata"/><Relationship Id="rId55" Type="http://schemas.openxmlformats.org/officeDocument/2006/relationships/font" Target="fonts/RobotoMono-boldItalic.fntdata"/><Relationship Id="rId56" Type="http://schemas.openxmlformats.org/officeDocument/2006/relationships/font" Target="fonts/OpenSans-regular.fntdata"/><Relationship Id="rId57" Type="http://schemas.openxmlformats.org/officeDocument/2006/relationships/font" Target="fonts/OpenSans-bold.fntdata"/><Relationship Id="rId58" Type="http://schemas.openxmlformats.org/officeDocument/2006/relationships/font" Target="fonts/OpenSans-italic.fntdata"/><Relationship Id="rId59" Type="http://schemas.openxmlformats.org/officeDocument/2006/relationships/font" Target="fonts/Open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e1d838b627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e1d838b62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Verdant connects guided citizen reporting, explainable site scores, and ranger review. Let's follow one observation at our Lake Mead pilot.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e1d838b627_4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e1d838b627_4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Monitoring cannot cover every shoreline continuously. People at the water can help, but an observation may arrive with an unclear location or missing details, or mistake duckweed for a bloom. Without feedback, the reporter also misses a chance to learn whether their observation helped.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e1d838b627_4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e1d838b627_4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From 2016 through 2018, reports from eighteen U.S. states linked harmful algal blooms to three hundred eighty-nine human illnesses and at least four hundred thirteen animal illnesses, across four hundred twenty-one reported bloom events. Blooms connect environmental, human, and animal health.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e1d838b627_4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e1d838b627_4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intended impact is more useful citizen observations, clearer sampling priorities, and feedback that encourages participation. That supports One Health by connecting environmental conditions with human and animal exposure. Today, this is a browser-based prototype with unvalidated scores. Next, we need field validation, shared reporting infrastructure, and operational data partnerships.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36c95c075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36c95c075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Verdant helps people contribute and helps experts decide where to look first. See the bloom before it becomes a warning.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hyperlink" Target="https://bit.ly/3A1uf1Q" TargetMode="External"/><Relationship Id="rId6"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84988" y="78599"/>
            <a:ext cx="8974027" cy="4925051"/>
            <a:chOff x="84988" y="78599"/>
            <a:chExt cx="8974027" cy="4925051"/>
          </a:xfrm>
        </p:grpSpPr>
        <p:pic>
          <p:nvPicPr>
            <p:cNvPr id="10" name="Google Shape;10;p2"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1" name="Google Shape;11;p2"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2" name="Google Shape;12;p2"/>
          <p:cNvSpPr/>
          <p:nvPr>
            <p:ph idx="2" type="pic"/>
          </p:nvPr>
        </p:nvSpPr>
        <p:spPr>
          <a:xfrm>
            <a:off x="5805375" y="1317075"/>
            <a:ext cx="2831700" cy="2648100"/>
          </a:xfrm>
          <a:prstGeom prst="rect">
            <a:avLst/>
          </a:prstGeom>
          <a:noFill/>
          <a:ln cap="flat" cmpd="sng" w="19050">
            <a:solidFill>
              <a:schemeClr val="dk2"/>
            </a:solidFill>
            <a:prstDash val="solid"/>
            <a:round/>
            <a:headEnd len="sm" w="sm" type="none"/>
            <a:tailEnd len="sm" w="sm" type="none"/>
          </a:ln>
        </p:spPr>
      </p:sp>
      <p:sp>
        <p:nvSpPr>
          <p:cNvPr id="13" name="Google Shape;13;p2"/>
          <p:cNvSpPr txBox="1"/>
          <p:nvPr>
            <p:ph type="ctrTitle"/>
          </p:nvPr>
        </p:nvSpPr>
        <p:spPr>
          <a:xfrm>
            <a:off x="606800" y="849600"/>
            <a:ext cx="5060700" cy="24624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rgbClr val="191919"/>
              </a:buClr>
              <a:buSzPts val="5200"/>
              <a:buNone/>
              <a:defRPr sz="5600"/>
            </a:lvl1pPr>
            <a:lvl2pPr lvl="1">
              <a:spcBef>
                <a:spcPts val="0"/>
              </a:spcBef>
              <a:spcAft>
                <a:spcPts val="0"/>
              </a:spcAft>
              <a:buClr>
                <a:srgbClr val="191919"/>
              </a:buClr>
              <a:buSzPts val="5200"/>
              <a:buNone/>
              <a:defRPr sz="5200">
                <a:solidFill>
                  <a:srgbClr val="191919"/>
                </a:solidFill>
              </a:defRPr>
            </a:lvl2pPr>
            <a:lvl3pPr lvl="2">
              <a:spcBef>
                <a:spcPts val="0"/>
              </a:spcBef>
              <a:spcAft>
                <a:spcPts val="0"/>
              </a:spcAft>
              <a:buClr>
                <a:srgbClr val="191919"/>
              </a:buClr>
              <a:buSzPts val="5200"/>
              <a:buNone/>
              <a:defRPr sz="5200">
                <a:solidFill>
                  <a:srgbClr val="191919"/>
                </a:solidFill>
              </a:defRPr>
            </a:lvl3pPr>
            <a:lvl4pPr lvl="3">
              <a:spcBef>
                <a:spcPts val="0"/>
              </a:spcBef>
              <a:spcAft>
                <a:spcPts val="0"/>
              </a:spcAft>
              <a:buClr>
                <a:srgbClr val="191919"/>
              </a:buClr>
              <a:buSzPts val="5200"/>
              <a:buNone/>
              <a:defRPr sz="5200">
                <a:solidFill>
                  <a:srgbClr val="191919"/>
                </a:solidFill>
              </a:defRPr>
            </a:lvl4pPr>
            <a:lvl5pPr lvl="4">
              <a:spcBef>
                <a:spcPts val="0"/>
              </a:spcBef>
              <a:spcAft>
                <a:spcPts val="0"/>
              </a:spcAft>
              <a:buClr>
                <a:srgbClr val="191919"/>
              </a:buClr>
              <a:buSzPts val="5200"/>
              <a:buNone/>
              <a:defRPr sz="5200">
                <a:solidFill>
                  <a:srgbClr val="191919"/>
                </a:solidFill>
              </a:defRPr>
            </a:lvl5pPr>
            <a:lvl6pPr lvl="5">
              <a:spcBef>
                <a:spcPts val="0"/>
              </a:spcBef>
              <a:spcAft>
                <a:spcPts val="0"/>
              </a:spcAft>
              <a:buClr>
                <a:srgbClr val="191919"/>
              </a:buClr>
              <a:buSzPts val="5200"/>
              <a:buNone/>
              <a:defRPr sz="5200">
                <a:solidFill>
                  <a:srgbClr val="191919"/>
                </a:solidFill>
              </a:defRPr>
            </a:lvl6pPr>
            <a:lvl7pPr lvl="6">
              <a:spcBef>
                <a:spcPts val="0"/>
              </a:spcBef>
              <a:spcAft>
                <a:spcPts val="0"/>
              </a:spcAft>
              <a:buClr>
                <a:srgbClr val="191919"/>
              </a:buClr>
              <a:buSzPts val="5200"/>
              <a:buNone/>
              <a:defRPr sz="5200">
                <a:solidFill>
                  <a:srgbClr val="191919"/>
                </a:solidFill>
              </a:defRPr>
            </a:lvl7pPr>
            <a:lvl8pPr lvl="7">
              <a:spcBef>
                <a:spcPts val="0"/>
              </a:spcBef>
              <a:spcAft>
                <a:spcPts val="0"/>
              </a:spcAft>
              <a:buClr>
                <a:srgbClr val="191919"/>
              </a:buClr>
              <a:buSzPts val="5200"/>
              <a:buNone/>
              <a:defRPr sz="5200">
                <a:solidFill>
                  <a:srgbClr val="191919"/>
                </a:solidFill>
              </a:defRPr>
            </a:lvl8pPr>
            <a:lvl9pPr lvl="8">
              <a:spcBef>
                <a:spcPts val="0"/>
              </a:spcBef>
              <a:spcAft>
                <a:spcPts val="0"/>
              </a:spcAft>
              <a:buClr>
                <a:srgbClr val="191919"/>
              </a:buClr>
              <a:buSzPts val="5200"/>
              <a:buNone/>
              <a:defRPr sz="5200">
                <a:solidFill>
                  <a:srgbClr val="191919"/>
                </a:solidFill>
              </a:defRPr>
            </a:lvl9pPr>
          </a:lstStyle>
          <a:p/>
        </p:txBody>
      </p:sp>
      <p:sp>
        <p:nvSpPr>
          <p:cNvPr id="14" name="Google Shape;14;p2"/>
          <p:cNvSpPr txBox="1"/>
          <p:nvPr>
            <p:ph idx="1" type="subTitle"/>
          </p:nvPr>
        </p:nvSpPr>
        <p:spPr>
          <a:xfrm>
            <a:off x="606800" y="3364900"/>
            <a:ext cx="4351500" cy="1135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pic>
        <p:nvPicPr>
          <p:cNvPr id="15" name="Google Shape;15;p2" title="Sin título-2.png"/>
          <p:cNvPicPr preferRelativeResize="0"/>
          <p:nvPr/>
        </p:nvPicPr>
        <p:blipFill rotWithShape="1">
          <a:blip r:embed="rId3">
            <a:alphaModFix/>
          </a:blip>
          <a:srcRect b="0" l="61983" r="0" t="0"/>
          <a:stretch/>
        </p:blipFill>
        <p:spPr>
          <a:xfrm>
            <a:off x="5805376" y="1051575"/>
            <a:ext cx="2831677" cy="265500"/>
          </a:xfrm>
          <a:prstGeom prst="rect">
            <a:avLst/>
          </a:prstGeom>
          <a:noFill/>
          <a:ln cap="flat" cmpd="sng" w="9525">
            <a:solidFill>
              <a:schemeClr val="dk2"/>
            </a:solidFill>
            <a:prstDash val="solid"/>
            <a:round/>
            <a:headEnd len="sm" w="sm" type="none"/>
            <a:tailEnd len="sm" w="sm" type="none"/>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grpSp>
        <p:nvGrpSpPr>
          <p:cNvPr id="17" name="Google Shape;17;p3"/>
          <p:cNvGrpSpPr/>
          <p:nvPr/>
        </p:nvGrpSpPr>
        <p:grpSpPr>
          <a:xfrm>
            <a:off x="84988" y="78599"/>
            <a:ext cx="8974027" cy="4925051"/>
            <a:chOff x="84988" y="78599"/>
            <a:chExt cx="8974027" cy="4925051"/>
          </a:xfrm>
        </p:grpSpPr>
        <p:pic>
          <p:nvPicPr>
            <p:cNvPr id="18" name="Google Shape;18;p3"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9" name="Google Shape;19;p3"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pic>
        <p:nvPicPr>
          <p:cNvPr id="20" name="Google Shape;20;p3" title="Sin título-5.png"/>
          <p:cNvPicPr preferRelativeResize="0"/>
          <p:nvPr/>
        </p:nvPicPr>
        <p:blipFill>
          <a:blip r:embed="rId4">
            <a:alphaModFix/>
          </a:blip>
          <a:stretch>
            <a:fillRect/>
          </a:stretch>
        </p:blipFill>
        <p:spPr>
          <a:xfrm>
            <a:off x="3233000" y="3371475"/>
            <a:ext cx="5515599" cy="1351825"/>
          </a:xfrm>
          <a:prstGeom prst="rect">
            <a:avLst/>
          </a:prstGeom>
          <a:noFill/>
          <a:ln>
            <a:noFill/>
          </a:ln>
        </p:spPr>
      </p:pic>
      <p:pic>
        <p:nvPicPr>
          <p:cNvPr id="21" name="Google Shape;21;p3" title="Sin título-4.png"/>
          <p:cNvPicPr preferRelativeResize="0"/>
          <p:nvPr/>
        </p:nvPicPr>
        <p:blipFill>
          <a:blip r:embed="rId5">
            <a:alphaModFix/>
          </a:blip>
          <a:stretch>
            <a:fillRect/>
          </a:stretch>
        </p:blipFill>
        <p:spPr>
          <a:xfrm>
            <a:off x="555462" y="817950"/>
            <a:ext cx="5399452" cy="3024425"/>
          </a:xfrm>
          <a:prstGeom prst="rect">
            <a:avLst/>
          </a:prstGeom>
          <a:noFill/>
          <a:ln>
            <a:noFill/>
          </a:ln>
        </p:spPr>
      </p:pic>
      <p:sp>
        <p:nvSpPr>
          <p:cNvPr id="22" name="Google Shape;22;p3"/>
          <p:cNvSpPr txBox="1"/>
          <p:nvPr>
            <p:ph type="title"/>
          </p:nvPr>
        </p:nvSpPr>
        <p:spPr>
          <a:xfrm>
            <a:off x="1860500" y="1532500"/>
            <a:ext cx="3459000" cy="1521000"/>
          </a:xfrm>
          <a:prstGeom prst="rect">
            <a:avLst/>
          </a:prstGeom>
          <a:ln>
            <a:noFill/>
          </a:ln>
        </p:spPr>
        <p:txBody>
          <a:bodyPr anchorCtr="0" anchor="ctr" bIns="91425" lIns="91425" spcFirstLastPara="1" rIns="91425" wrap="square" tIns="91425">
            <a:noAutofit/>
          </a:bodyPr>
          <a:lstStyle>
            <a:lvl1pPr lvl="0">
              <a:lnSpc>
                <a:spcPct val="80000"/>
              </a:lnSpc>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 name="Google Shape;23;p3"/>
          <p:cNvSpPr txBox="1"/>
          <p:nvPr>
            <p:ph hasCustomPrompt="1" idx="2" type="title"/>
          </p:nvPr>
        </p:nvSpPr>
        <p:spPr>
          <a:xfrm>
            <a:off x="779673" y="1910725"/>
            <a:ext cx="778200" cy="764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5000">
                <a:solidFill>
                  <a:schemeClr val="dk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 name="Google Shape;24;p3"/>
          <p:cNvSpPr txBox="1"/>
          <p:nvPr>
            <p:ph idx="1" type="subTitle"/>
          </p:nvPr>
        </p:nvSpPr>
        <p:spPr>
          <a:xfrm>
            <a:off x="3465325" y="3918575"/>
            <a:ext cx="5174400" cy="662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 name="Google Shape;25;p3"/>
          <p:cNvSpPr/>
          <p:nvPr>
            <p:ph idx="3" type="pic"/>
          </p:nvPr>
        </p:nvSpPr>
        <p:spPr>
          <a:xfrm flipH="1">
            <a:off x="6386650" y="947025"/>
            <a:ext cx="2107500" cy="2067600"/>
          </a:xfrm>
          <a:prstGeom prst="rect">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grpSp>
        <p:nvGrpSpPr>
          <p:cNvPr id="27" name="Google Shape;27;p4"/>
          <p:cNvGrpSpPr/>
          <p:nvPr/>
        </p:nvGrpSpPr>
        <p:grpSpPr>
          <a:xfrm>
            <a:off x="84988" y="78599"/>
            <a:ext cx="8974027" cy="4925051"/>
            <a:chOff x="84988" y="78599"/>
            <a:chExt cx="8974027" cy="4925051"/>
          </a:xfrm>
        </p:grpSpPr>
        <p:pic>
          <p:nvPicPr>
            <p:cNvPr id="28" name="Google Shape;28;p4"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29" name="Google Shape;29;p4"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30" name="Google Shape;30;p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31" name="Google Shape;31;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indent="-317500" lvl="1" marL="914400" rtl="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rtl="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rtl="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rtl="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rtl="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rtl="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rtl="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pic>
        <p:nvPicPr>
          <p:cNvPr id="33" name="Google Shape;33;p5"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34" name="Google Shape;34;p5"/>
          <p:cNvSpPr txBox="1"/>
          <p:nvPr>
            <p:ph idx="1" type="subTitle"/>
          </p:nvPr>
        </p:nvSpPr>
        <p:spPr>
          <a:xfrm>
            <a:off x="3540003" y="1330738"/>
            <a:ext cx="39414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sz="2300">
                <a:latin typeface="VT323"/>
                <a:ea typeface="VT323"/>
                <a:cs typeface="VT323"/>
                <a:sym typeface="VT323"/>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5" name="Google Shape;35;p5"/>
          <p:cNvSpPr txBox="1"/>
          <p:nvPr>
            <p:ph idx="2" type="subTitle"/>
          </p:nvPr>
        </p:nvSpPr>
        <p:spPr>
          <a:xfrm>
            <a:off x="3540003" y="3067776"/>
            <a:ext cx="39414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300">
                <a:latin typeface="VT323"/>
                <a:ea typeface="VT323"/>
                <a:cs typeface="VT323"/>
                <a:sym typeface="VT323"/>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6" name="Google Shape;36;p5"/>
          <p:cNvSpPr txBox="1"/>
          <p:nvPr>
            <p:ph idx="3" type="subTitle"/>
          </p:nvPr>
        </p:nvSpPr>
        <p:spPr>
          <a:xfrm>
            <a:off x="3540003" y="1827236"/>
            <a:ext cx="3941400" cy="116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 name="Google Shape;37;p5"/>
          <p:cNvSpPr txBox="1"/>
          <p:nvPr>
            <p:ph idx="4" type="subTitle"/>
          </p:nvPr>
        </p:nvSpPr>
        <p:spPr>
          <a:xfrm>
            <a:off x="3540003" y="3564275"/>
            <a:ext cx="3941400" cy="116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 name="Google Shape;38;p5"/>
          <p:cNvSpPr txBox="1"/>
          <p:nvPr>
            <p:ph type="title"/>
          </p:nvPr>
        </p:nvSpPr>
        <p:spPr>
          <a:xfrm>
            <a:off x="341850" y="654800"/>
            <a:ext cx="8573700" cy="6024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pic>
        <p:nvPicPr>
          <p:cNvPr id="39" name="Google Shape;39;p5"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grpSp>
        <p:nvGrpSpPr>
          <p:cNvPr id="41" name="Google Shape;41;p6"/>
          <p:cNvGrpSpPr/>
          <p:nvPr/>
        </p:nvGrpSpPr>
        <p:grpSpPr>
          <a:xfrm>
            <a:off x="84988" y="78599"/>
            <a:ext cx="8974027" cy="4925051"/>
            <a:chOff x="84988" y="78599"/>
            <a:chExt cx="8974027" cy="4925051"/>
          </a:xfrm>
        </p:grpSpPr>
        <p:pic>
          <p:nvPicPr>
            <p:cNvPr id="42" name="Google Shape;42;p6"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43" name="Google Shape;43;p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44" name="Google Shape;44;p6"/>
          <p:cNvSpPr txBox="1"/>
          <p:nvPr>
            <p:ph type="title"/>
          </p:nvPr>
        </p:nvSpPr>
        <p:spPr>
          <a:xfrm>
            <a:off x="341850" y="654800"/>
            <a:ext cx="8460300" cy="6024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pic>
        <p:nvPicPr>
          <p:cNvPr id="45" name="Google Shape;45;p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grpSp>
        <p:nvGrpSpPr>
          <p:cNvPr id="47" name="Google Shape;47;p7"/>
          <p:cNvGrpSpPr/>
          <p:nvPr/>
        </p:nvGrpSpPr>
        <p:grpSpPr>
          <a:xfrm>
            <a:off x="84988" y="78599"/>
            <a:ext cx="8974027" cy="4925051"/>
            <a:chOff x="84988" y="78599"/>
            <a:chExt cx="8974027" cy="4925051"/>
          </a:xfrm>
        </p:grpSpPr>
        <p:pic>
          <p:nvPicPr>
            <p:cNvPr id="48" name="Google Shape;48;p7"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49" name="Google Shape;49;p7"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50" name="Google Shape;50;p7"/>
          <p:cNvSpPr txBox="1"/>
          <p:nvPr>
            <p:ph type="title"/>
          </p:nvPr>
        </p:nvSpPr>
        <p:spPr>
          <a:xfrm>
            <a:off x="228600" y="228600"/>
            <a:ext cx="3998400" cy="1445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1" name="Google Shape;51;p7"/>
          <p:cNvSpPr txBox="1"/>
          <p:nvPr>
            <p:ph idx="1" type="body"/>
          </p:nvPr>
        </p:nvSpPr>
        <p:spPr>
          <a:xfrm>
            <a:off x="1609625" y="2066125"/>
            <a:ext cx="3824100" cy="25326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52" name="Google Shape;52;p7"/>
          <p:cNvSpPr/>
          <p:nvPr>
            <p:ph idx="2" type="pic"/>
          </p:nvPr>
        </p:nvSpPr>
        <p:spPr>
          <a:xfrm>
            <a:off x="5715849" y="0"/>
            <a:ext cx="34281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 name="Shape 53"/>
        <p:cNvGrpSpPr/>
        <p:nvPr/>
      </p:nvGrpSpPr>
      <p:grpSpPr>
        <a:xfrm>
          <a:off x="0" y="0"/>
          <a:ext cx="0" cy="0"/>
          <a:chOff x="0" y="0"/>
          <a:chExt cx="0" cy="0"/>
        </a:xfrm>
      </p:grpSpPr>
      <p:grpSp>
        <p:nvGrpSpPr>
          <p:cNvPr id="54" name="Google Shape;54;p8"/>
          <p:cNvGrpSpPr/>
          <p:nvPr/>
        </p:nvGrpSpPr>
        <p:grpSpPr>
          <a:xfrm>
            <a:off x="84988" y="78599"/>
            <a:ext cx="8974027" cy="4925051"/>
            <a:chOff x="84988" y="78599"/>
            <a:chExt cx="8974027" cy="4925051"/>
          </a:xfrm>
        </p:grpSpPr>
        <p:pic>
          <p:nvPicPr>
            <p:cNvPr id="55" name="Google Shape;55;p8"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56" name="Google Shape;56;p8"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57" name="Google Shape;57;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grpSp>
        <p:nvGrpSpPr>
          <p:cNvPr id="59" name="Google Shape;59;p9"/>
          <p:cNvGrpSpPr/>
          <p:nvPr/>
        </p:nvGrpSpPr>
        <p:grpSpPr>
          <a:xfrm>
            <a:off x="84988" y="78599"/>
            <a:ext cx="8974027" cy="4925051"/>
            <a:chOff x="84988" y="78599"/>
            <a:chExt cx="8974027" cy="4925051"/>
          </a:xfrm>
        </p:grpSpPr>
        <p:pic>
          <p:nvPicPr>
            <p:cNvPr id="60" name="Google Shape;60;p9"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61" name="Google Shape;61;p9"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62" name="Google Shape;62;p9"/>
          <p:cNvSpPr txBox="1"/>
          <p:nvPr>
            <p:ph idx="1" type="subTitle"/>
          </p:nvPr>
        </p:nvSpPr>
        <p:spPr>
          <a:xfrm>
            <a:off x="720064"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3" name="Google Shape;63;p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4" name="Google Shape;64;p9"/>
          <p:cNvSpPr txBox="1"/>
          <p:nvPr>
            <p:ph idx="2" type="subTitle"/>
          </p:nvPr>
        </p:nvSpPr>
        <p:spPr>
          <a:xfrm>
            <a:off x="4826936"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 name="Shape 65"/>
        <p:cNvGrpSpPr/>
        <p:nvPr/>
      </p:nvGrpSpPr>
      <p:grpSpPr>
        <a:xfrm>
          <a:off x="0" y="0"/>
          <a:ext cx="0" cy="0"/>
          <a:chOff x="0" y="0"/>
          <a:chExt cx="0" cy="0"/>
        </a:xfrm>
      </p:grpSpPr>
      <p:pic>
        <p:nvPicPr>
          <p:cNvPr id="66" name="Google Shape;66;p10"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67" name="Google Shape;67;p10"/>
          <p:cNvSpPr/>
          <p:nvPr>
            <p:ph idx="2" type="pic"/>
          </p:nvPr>
        </p:nvSpPr>
        <p:spPr>
          <a:xfrm>
            <a:off x="191450" y="686275"/>
            <a:ext cx="8758200" cy="4130100"/>
          </a:xfrm>
          <a:prstGeom prst="rect">
            <a:avLst/>
          </a:prstGeom>
          <a:noFill/>
          <a:ln>
            <a:noFill/>
          </a:ln>
        </p:spPr>
      </p:sp>
      <p:sp>
        <p:nvSpPr>
          <p:cNvPr id="68" name="Google Shape;68;p10"/>
          <p:cNvSpPr txBox="1"/>
          <p:nvPr>
            <p:ph type="title"/>
          </p:nvPr>
        </p:nvSpPr>
        <p:spPr>
          <a:xfrm>
            <a:off x="6584125" y="3792925"/>
            <a:ext cx="2004000" cy="694500"/>
          </a:xfrm>
          <a:prstGeom prst="rect">
            <a:avLst/>
          </a:prstGeom>
          <a:solidFill>
            <a:schemeClr val="lt1"/>
          </a:solidFill>
          <a:ln>
            <a:noFill/>
          </a:ln>
        </p:spPr>
        <p:txBody>
          <a:bodyPr anchorCtr="0" anchor="t" bIns="91425" lIns="91425" spcFirstLastPara="1" rIns="91425" wrap="square" tIns="91425">
            <a:noAutofit/>
          </a:bodyPr>
          <a:lstStyle>
            <a:lvl1pPr lvl="0" rtl="0" algn="ctr">
              <a:spcBef>
                <a:spcPts val="0"/>
              </a:spcBef>
              <a:spcAft>
                <a:spcPts val="0"/>
              </a:spcAft>
              <a:buSzPts val="3200"/>
              <a:buNone/>
              <a:defRPr sz="1500"/>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pic>
        <p:nvPicPr>
          <p:cNvPr id="69" name="Google Shape;69;p10"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grpSp>
        <p:nvGrpSpPr>
          <p:cNvPr id="71" name="Google Shape;71;p11"/>
          <p:cNvGrpSpPr/>
          <p:nvPr/>
        </p:nvGrpSpPr>
        <p:grpSpPr>
          <a:xfrm>
            <a:off x="84988" y="78599"/>
            <a:ext cx="8974027" cy="4925051"/>
            <a:chOff x="84988" y="78599"/>
            <a:chExt cx="8974027" cy="4925051"/>
          </a:xfrm>
        </p:grpSpPr>
        <p:pic>
          <p:nvPicPr>
            <p:cNvPr id="72" name="Google Shape;72;p11"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73" name="Google Shape;73;p11"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74" name="Google Shape;74;p11"/>
          <p:cNvSpPr txBox="1"/>
          <p:nvPr>
            <p:ph hasCustomPrompt="1" type="title"/>
          </p:nvPr>
        </p:nvSpPr>
        <p:spPr>
          <a:xfrm>
            <a:off x="1284000" y="1952850"/>
            <a:ext cx="6576000" cy="799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5" name="Google Shape;75;p11"/>
          <p:cNvSpPr txBox="1"/>
          <p:nvPr>
            <p:ph idx="1" type="subTitle"/>
          </p:nvPr>
        </p:nvSpPr>
        <p:spPr>
          <a:xfrm>
            <a:off x="1284000" y="2816250"/>
            <a:ext cx="6576000" cy="3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6" name="Shape 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77" name="Shape 77"/>
        <p:cNvGrpSpPr/>
        <p:nvPr/>
      </p:nvGrpSpPr>
      <p:grpSpPr>
        <a:xfrm>
          <a:off x="0" y="0"/>
          <a:ext cx="0" cy="0"/>
          <a:chOff x="0" y="0"/>
          <a:chExt cx="0" cy="0"/>
        </a:xfrm>
      </p:grpSpPr>
      <p:pic>
        <p:nvPicPr>
          <p:cNvPr id="78" name="Google Shape;78;p13"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79" name="Google Shape;79;p13"/>
          <p:cNvSpPr txBox="1"/>
          <p:nvPr>
            <p:ph type="title"/>
          </p:nvPr>
        </p:nvSpPr>
        <p:spPr>
          <a:xfrm>
            <a:off x="341850" y="654800"/>
            <a:ext cx="8453400" cy="6024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80" name="Google Shape;80;p13"/>
          <p:cNvSpPr txBox="1"/>
          <p:nvPr>
            <p:ph idx="1" type="subTitle"/>
          </p:nvPr>
        </p:nvSpPr>
        <p:spPr>
          <a:xfrm>
            <a:off x="1107250" y="1796625"/>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1" name="Google Shape;81;p13"/>
          <p:cNvSpPr txBox="1"/>
          <p:nvPr>
            <p:ph idx="2" type="subTitle"/>
          </p:nvPr>
        </p:nvSpPr>
        <p:spPr>
          <a:xfrm>
            <a:off x="1107250" y="2442833"/>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2" name="Google Shape;82;p13"/>
          <p:cNvSpPr txBox="1"/>
          <p:nvPr>
            <p:ph idx="3" type="subTitle"/>
          </p:nvPr>
        </p:nvSpPr>
        <p:spPr>
          <a:xfrm>
            <a:off x="1107250" y="3089042"/>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3" name="Google Shape;83;p13"/>
          <p:cNvSpPr txBox="1"/>
          <p:nvPr>
            <p:ph idx="4" type="subTitle"/>
          </p:nvPr>
        </p:nvSpPr>
        <p:spPr>
          <a:xfrm>
            <a:off x="1107250" y="3735250"/>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4" name="Google Shape;84;p13"/>
          <p:cNvSpPr txBox="1"/>
          <p:nvPr>
            <p:ph idx="5" type="subTitle"/>
          </p:nvPr>
        </p:nvSpPr>
        <p:spPr>
          <a:xfrm>
            <a:off x="4851600" y="1796625"/>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5" name="Google Shape;85;p13"/>
          <p:cNvSpPr txBox="1"/>
          <p:nvPr>
            <p:ph idx="6" type="subTitle"/>
          </p:nvPr>
        </p:nvSpPr>
        <p:spPr>
          <a:xfrm>
            <a:off x="4851600" y="2442831"/>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6" name="Google Shape;86;p13"/>
          <p:cNvSpPr txBox="1"/>
          <p:nvPr>
            <p:ph idx="7" type="subTitle"/>
          </p:nvPr>
        </p:nvSpPr>
        <p:spPr>
          <a:xfrm>
            <a:off x="4851600" y="3089037"/>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7" name="Google Shape;87;p13"/>
          <p:cNvSpPr txBox="1"/>
          <p:nvPr>
            <p:ph idx="8" type="subTitle"/>
          </p:nvPr>
        </p:nvSpPr>
        <p:spPr>
          <a:xfrm>
            <a:off x="4851600" y="3735244"/>
            <a:ext cx="2799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sz="2300">
                <a:latin typeface="VT323"/>
                <a:ea typeface="VT323"/>
                <a:cs typeface="VT323"/>
                <a:sym typeface="VT323"/>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88" name="Google Shape;88;p13"/>
          <p:cNvSpPr txBox="1"/>
          <p:nvPr>
            <p:ph hasCustomPrompt="1" idx="9" type="title"/>
          </p:nvPr>
        </p:nvSpPr>
        <p:spPr>
          <a:xfrm>
            <a:off x="341850" y="3849550"/>
            <a:ext cx="7653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9" name="Google Shape;89;p13"/>
          <p:cNvSpPr txBox="1"/>
          <p:nvPr>
            <p:ph hasCustomPrompt="1" idx="13" type="title"/>
          </p:nvPr>
        </p:nvSpPr>
        <p:spPr>
          <a:xfrm>
            <a:off x="341850" y="2560850"/>
            <a:ext cx="7653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0" name="Google Shape;90;p13"/>
          <p:cNvSpPr txBox="1"/>
          <p:nvPr>
            <p:ph hasCustomPrompt="1" idx="14" type="title"/>
          </p:nvPr>
        </p:nvSpPr>
        <p:spPr>
          <a:xfrm>
            <a:off x="342582" y="1916800"/>
            <a:ext cx="764100" cy="3105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1" name="Google Shape;91;p13"/>
          <p:cNvSpPr txBox="1"/>
          <p:nvPr>
            <p:ph hasCustomPrompt="1" idx="15" type="title"/>
          </p:nvPr>
        </p:nvSpPr>
        <p:spPr>
          <a:xfrm>
            <a:off x="341850" y="3205200"/>
            <a:ext cx="765300" cy="31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2" name="Google Shape;92;p13"/>
          <p:cNvSpPr txBox="1"/>
          <p:nvPr>
            <p:ph hasCustomPrompt="1" idx="16" type="title"/>
          </p:nvPr>
        </p:nvSpPr>
        <p:spPr>
          <a:xfrm>
            <a:off x="3985789" y="2561048"/>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3" name="Google Shape;93;p13"/>
          <p:cNvSpPr txBox="1"/>
          <p:nvPr>
            <p:ph hasCustomPrompt="1" idx="17" type="title"/>
          </p:nvPr>
        </p:nvSpPr>
        <p:spPr>
          <a:xfrm>
            <a:off x="3985787" y="3205296"/>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4" name="Google Shape;94;p13"/>
          <p:cNvSpPr txBox="1"/>
          <p:nvPr>
            <p:ph hasCustomPrompt="1" idx="18" type="title"/>
          </p:nvPr>
        </p:nvSpPr>
        <p:spPr>
          <a:xfrm>
            <a:off x="3985789" y="3849544"/>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5" name="Google Shape;95;p13"/>
          <p:cNvSpPr txBox="1"/>
          <p:nvPr>
            <p:ph hasCustomPrompt="1" idx="19" type="title"/>
          </p:nvPr>
        </p:nvSpPr>
        <p:spPr>
          <a:xfrm>
            <a:off x="3985789" y="1916800"/>
            <a:ext cx="865800" cy="31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7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pic>
        <p:nvPicPr>
          <p:cNvPr id="96" name="Google Shape;96;p13"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97" name="Shape 97"/>
        <p:cNvGrpSpPr/>
        <p:nvPr/>
      </p:nvGrpSpPr>
      <p:grpSpPr>
        <a:xfrm>
          <a:off x="0" y="0"/>
          <a:ext cx="0" cy="0"/>
          <a:chOff x="0" y="0"/>
          <a:chExt cx="0" cy="0"/>
        </a:xfrm>
      </p:grpSpPr>
      <p:pic>
        <p:nvPicPr>
          <p:cNvPr id="98" name="Google Shape;98;p14"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99" name="Google Shape;99;p14"/>
          <p:cNvSpPr txBox="1"/>
          <p:nvPr>
            <p:ph type="title"/>
          </p:nvPr>
        </p:nvSpPr>
        <p:spPr>
          <a:xfrm>
            <a:off x="679225" y="794675"/>
            <a:ext cx="7866600" cy="698400"/>
          </a:xfrm>
          <a:prstGeom prst="rect">
            <a:avLst/>
          </a:prstGeom>
          <a:ln>
            <a:noFill/>
          </a:ln>
        </p:spPr>
        <p:txBody>
          <a:bodyPr anchorCtr="0" anchor="t" bIns="91425" lIns="91425" spcFirstLastPara="1" rIns="91425" wrap="square" tIns="91425">
            <a:noAutofit/>
          </a:bodyPr>
          <a:lstStyle>
            <a:lvl1pPr lvl="0" algn="l">
              <a:spcBef>
                <a:spcPts val="0"/>
              </a:spcBef>
              <a:spcAft>
                <a:spcPts val="0"/>
              </a:spcAft>
              <a:buSzPts val="3200"/>
              <a:buNone/>
              <a:defRPr sz="4000"/>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00" name="Google Shape;100;p14"/>
          <p:cNvSpPr txBox="1"/>
          <p:nvPr>
            <p:ph idx="1" type="subTitle"/>
          </p:nvPr>
        </p:nvSpPr>
        <p:spPr>
          <a:xfrm>
            <a:off x="1522850" y="1816950"/>
            <a:ext cx="6918600" cy="25389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01" name="Google Shape;101;p14"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102" name="Shape 102"/>
        <p:cNvGrpSpPr/>
        <p:nvPr/>
      </p:nvGrpSpPr>
      <p:grpSpPr>
        <a:xfrm>
          <a:off x="0" y="0"/>
          <a:ext cx="0" cy="0"/>
          <a:chOff x="0" y="0"/>
          <a:chExt cx="0" cy="0"/>
        </a:xfrm>
      </p:grpSpPr>
      <p:pic>
        <p:nvPicPr>
          <p:cNvPr id="103" name="Google Shape;103;p15"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04" name="Google Shape;104;p15"/>
          <p:cNvSpPr txBox="1"/>
          <p:nvPr>
            <p:ph type="title"/>
          </p:nvPr>
        </p:nvSpPr>
        <p:spPr>
          <a:xfrm>
            <a:off x="3789425" y="795800"/>
            <a:ext cx="4547700" cy="1255500"/>
          </a:xfrm>
          <a:prstGeom prst="rect">
            <a:avLst/>
          </a:prstGeom>
          <a:ln>
            <a:noFill/>
          </a:ln>
        </p:spPr>
        <p:txBody>
          <a:bodyPr anchorCtr="0" anchor="t" bIns="91425" lIns="91425" spcFirstLastPara="1" rIns="91425" wrap="square" tIns="91425">
            <a:noAutofit/>
          </a:bodyPr>
          <a:lstStyle>
            <a:lvl1pPr lvl="0">
              <a:lnSpc>
                <a:spcPct val="80000"/>
              </a:lnSpc>
              <a:spcBef>
                <a:spcPts val="0"/>
              </a:spcBef>
              <a:spcAft>
                <a:spcPts val="0"/>
              </a:spcAft>
              <a:buSzPts val="26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05" name="Google Shape;105;p15"/>
          <p:cNvSpPr txBox="1"/>
          <p:nvPr>
            <p:ph idx="1" type="body"/>
          </p:nvPr>
        </p:nvSpPr>
        <p:spPr>
          <a:xfrm>
            <a:off x="3789425" y="2229300"/>
            <a:ext cx="4940100" cy="2532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sz="1400"/>
            </a:lvl1pPr>
            <a:lvl2pPr indent="-317500" lvl="1" marL="914400">
              <a:lnSpc>
                <a:spcPct val="115000"/>
              </a:lnSpc>
              <a:spcBef>
                <a:spcPts val="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
        <p:nvSpPr>
          <p:cNvPr id="106" name="Google Shape;106;p15"/>
          <p:cNvSpPr/>
          <p:nvPr>
            <p:ph idx="2" type="pic"/>
          </p:nvPr>
        </p:nvSpPr>
        <p:spPr>
          <a:xfrm>
            <a:off x="522525" y="1195150"/>
            <a:ext cx="2947200" cy="3341400"/>
          </a:xfrm>
          <a:prstGeom prst="rect">
            <a:avLst/>
          </a:prstGeom>
          <a:noFill/>
          <a:ln cap="flat" cmpd="sng" w="9525">
            <a:solidFill>
              <a:schemeClr val="dk2"/>
            </a:solidFill>
            <a:prstDash val="solid"/>
            <a:round/>
            <a:headEnd len="sm" w="sm" type="none"/>
            <a:tailEnd len="sm" w="sm" type="none"/>
          </a:ln>
        </p:spPr>
      </p:sp>
      <p:pic>
        <p:nvPicPr>
          <p:cNvPr id="107" name="Google Shape;107;p15"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08" name="Shape 108"/>
        <p:cNvGrpSpPr/>
        <p:nvPr/>
      </p:nvGrpSpPr>
      <p:grpSpPr>
        <a:xfrm>
          <a:off x="0" y="0"/>
          <a:ext cx="0" cy="0"/>
          <a:chOff x="0" y="0"/>
          <a:chExt cx="0" cy="0"/>
        </a:xfrm>
      </p:grpSpPr>
      <p:pic>
        <p:nvPicPr>
          <p:cNvPr id="109" name="Google Shape;109;p16"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10" name="Google Shape;110;p16"/>
          <p:cNvSpPr txBox="1"/>
          <p:nvPr>
            <p:ph type="title"/>
          </p:nvPr>
        </p:nvSpPr>
        <p:spPr>
          <a:xfrm>
            <a:off x="341850" y="689750"/>
            <a:ext cx="84603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pic>
        <p:nvPicPr>
          <p:cNvPr id="111" name="Google Shape;111;p16"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12" name="Shape 112"/>
        <p:cNvGrpSpPr/>
        <p:nvPr/>
      </p:nvGrpSpPr>
      <p:grpSpPr>
        <a:xfrm>
          <a:off x="0" y="0"/>
          <a:ext cx="0" cy="0"/>
          <a:chOff x="0" y="0"/>
          <a:chExt cx="0" cy="0"/>
        </a:xfrm>
      </p:grpSpPr>
      <p:grpSp>
        <p:nvGrpSpPr>
          <p:cNvPr id="113" name="Google Shape;113;p17"/>
          <p:cNvGrpSpPr/>
          <p:nvPr/>
        </p:nvGrpSpPr>
        <p:grpSpPr>
          <a:xfrm>
            <a:off x="84988" y="78599"/>
            <a:ext cx="8974027" cy="4925051"/>
            <a:chOff x="84988" y="78599"/>
            <a:chExt cx="8974027" cy="4925051"/>
          </a:xfrm>
        </p:grpSpPr>
        <p:pic>
          <p:nvPicPr>
            <p:cNvPr id="114" name="Google Shape;114;p17"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15" name="Google Shape;115;p17"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16" name="Google Shape;116;p1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17" name="Shape 117"/>
        <p:cNvGrpSpPr/>
        <p:nvPr/>
      </p:nvGrpSpPr>
      <p:grpSpPr>
        <a:xfrm>
          <a:off x="0" y="0"/>
          <a:ext cx="0" cy="0"/>
          <a:chOff x="0" y="0"/>
          <a:chExt cx="0" cy="0"/>
        </a:xfrm>
      </p:grpSpPr>
      <p:pic>
        <p:nvPicPr>
          <p:cNvPr id="118" name="Google Shape;118;p18"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19" name="Google Shape;119;p18"/>
          <p:cNvSpPr txBox="1"/>
          <p:nvPr>
            <p:ph idx="1" type="subTitle"/>
          </p:nvPr>
        </p:nvSpPr>
        <p:spPr>
          <a:xfrm>
            <a:off x="3145041" y="2118945"/>
            <a:ext cx="2599200" cy="2010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0" name="Google Shape;120;p18"/>
          <p:cNvSpPr txBox="1"/>
          <p:nvPr>
            <p:ph idx="2" type="subTitle"/>
          </p:nvPr>
        </p:nvSpPr>
        <p:spPr>
          <a:xfrm>
            <a:off x="341850" y="2118945"/>
            <a:ext cx="2599200" cy="2010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1" name="Google Shape;121;p18"/>
          <p:cNvSpPr txBox="1"/>
          <p:nvPr>
            <p:ph idx="3" type="subTitle"/>
          </p:nvPr>
        </p:nvSpPr>
        <p:spPr>
          <a:xfrm>
            <a:off x="5948257" y="2118945"/>
            <a:ext cx="2599200" cy="2010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2" name="Google Shape;122;p18"/>
          <p:cNvSpPr txBox="1"/>
          <p:nvPr>
            <p:ph hasCustomPrompt="1" type="title"/>
          </p:nvPr>
        </p:nvSpPr>
        <p:spPr>
          <a:xfrm>
            <a:off x="3144432" y="1706300"/>
            <a:ext cx="698700" cy="310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sz="23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 name="Google Shape;123;p18"/>
          <p:cNvSpPr txBox="1"/>
          <p:nvPr>
            <p:ph hasCustomPrompt="1" idx="4" type="title"/>
          </p:nvPr>
        </p:nvSpPr>
        <p:spPr>
          <a:xfrm>
            <a:off x="341854" y="1706450"/>
            <a:ext cx="697500" cy="3105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3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4" name="Google Shape;124;p18"/>
          <p:cNvSpPr txBox="1"/>
          <p:nvPr>
            <p:ph hasCustomPrompt="1" idx="5" type="title"/>
          </p:nvPr>
        </p:nvSpPr>
        <p:spPr>
          <a:xfrm>
            <a:off x="5948295" y="1706300"/>
            <a:ext cx="698700" cy="310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300">
                <a:solidFill>
                  <a:schemeClr val="dk2"/>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25" name="Google Shape;125;p18"/>
          <p:cNvSpPr txBox="1"/>
          <p:nvPr>
            <p:ph idx="6" type="title"/>
          </p:nvPr>
        </p:nvSpPr>
        <p:spPr>
          <a:xfrm>
            <a:off x="341850" y="654800"/>
            <a:ext cx="8249700" cy="60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pic>
        <p:nvPicPr>
          <p:cNvPr id="126" name="Google Shape;126;p18"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27" name="Shape 127"/>
        <p:cNvGrpSpPr/>
        <p:nvPr/>
      </p:nvGrpSpPr>
      <p:grpSpPr>
        <a:xfrm>
          <a:off x="0" y="0"/>
          <a:ext cx="0" cy="0"/>
          <a:chOff x="0" y="0"/>
          <a:chExt cx="0" cy="0"/>
        </a:xfrm>
      </p:grpSpPr>
      <p:pic>
        <p:nvPicPr>
          <p:cNvPr id="128" name="Google Shape;128;p19"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sp>
        <p:nvSpPr>
          <p:cNvPr id="129" name="Google Shape;129;p19"/>
          <p:cNvSpPr txBox="1"/>
          <p:nvPr>
            <p:ph idx="1" type="subTitle"/>
          </p:nvPr>
        </p:nvSpPr>
        <p:spPr>
          <a:xfrm>
            <a:off x="330950" y="1987918"/>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0" name="Google Shape;130;p19"/>
          <p:cNvSpPr txBox="1"/>
          <p:nvPr>
            <p:ph idx="2" type="subTitle"/>
          </p:nvPr>
        </p:nvSpPr>
        <p:spPr>
          <a:xfrm>
            <a:off x="3225884" y="1987918"/>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1" name="Google Shape;131;p19"/>
          <p:cNvSpPr txBox="1"/>
          <p:nvPr>
            <p:ph idx="3" type="subTitle"/>
          </p:nvPr>
        </p:nvSpPr>
        <p:spPr>
          <a:xfrm>
            <a:off x="330950" y="3392225"/>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2" name="Google Shape;132;p19"/>
          <p:cNvSpPr txBox="1"/>
          <p:nvPr>
            <p:ph idx="4" type="subTitle"/>
          </p:nvPr>
        </p:nvSpPr>
        <p:spPr>
          <a:xfrm>
            <a:off x="3225884" y="3392225"/>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3" name="Google Shape;133;p19"/>
          <p:cNvSpPr txBox="1"/>
          <p:nvPr>
            <p:ph idx="5" type="subTitle"/>
          </p:nvPr>
        </p:nvSpPr>
        <p:spPr>
          <a:xfrm>
            <a:off x="6120825" y="1987918"/>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4" name="Google Shape;134;p19"/>
          <p:cNvSpPr txBox="1"/>
          <p:nvPr>
            <p:ph idx="6" type="subTitle"/>
          </p:nvPr>
        </p:nvSpPr>
        <p:spPr>
          <a:xfrm>
            <a:off x="6120825" y="3392225"/>
            <a:ext cx="25794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5" name="Google Shape;135;p19"/>
          <p:cNvSpPr txBox="1"/>
          <p:nvPr>
            <p:ph type="title"/>
          </p:nvPr>
        </p:nvSpPr>
        <p:spPr>
          <a:xfrm>
            <a:off x="341850" y="654800"/>
            <a:ext cx="7704000" cy="6024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36" name="Google Shape;136;p19"/>
          <p:cNvSpPr txBox="1"/>
          <p:nvPr>
            <p:ph hasCustomPrompt="1" idx="7" type="title"/>
          </p:nvPr>
        </p:nvSpPr>
        <p:spPr>
          <a:xfrm>
            <a:off x="6132612" y="3071476"/>
            <a:ext cx="2574600" cy="310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sz="23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7" name="Google Shape;137;p19"/>
          <p:cNvSpPr txBox="1"/>
          <p:nvPr>
            <p:ph hasCustomPrompt="1" idx="8" type="title"/>
          </p:nvPr>
        </p:nvSpPr>
        <p:spPr>
          <a:xfrm>
            <a:off x="6132612" y="1677125"/>
            <a:ext cx="2574600" cy="310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sz="23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8" name="Google Shape;138;p19"/>
          <p:cNvSpPr txBox="1"/>
          <p:nvPr>
            <p:ph hasCustomPrompt="1" idx="9" type="title"/>
          </p:nvPr>
        </p:nvSpPr>
        <p:spPr>
          <a:xfrm>
            <a:off x="3239948" y="1677425"/>
            <a:ext cx="2574600" cy="3105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3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9" name="Google Shape;139;p19"/>
          <p:cNvSpPr txBox="1"/>
          <p:nvPr>
            <p:ph hasCustomPrompt="1" idx="13" type="title"/>
          </p:nvPr>
        </p:nvSpPr>
        <p:spPr>
          <a:xfrm>
            <a:off x="3237714" y="3071476"/>
            <a:ext cx="2579400" cy="310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3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40" name="Google Shape;140;p19"/>
          <p:cNvSpPr txBox="1"/>
          <p:nvPr>
            <p:ph hasCustomPrompt="1" idx="14" type="title"/>
          </p:nvPr>
        </p:nvSpPr>
        <p:spPr>
          <a:xfrm>
            <a:off x="342736" y="1677125"/>
            <a:ext cx="2579400" cy="310800"/>
          </a:xfrm>
          <a:prstGeom prst="rect">
            <a:avLst/>
          </a:prstGeom>
          <a:noFill/>
        </p:spPr>
        <p:txBody>
          <a:bodyPr anchorCtr="0" anchor="ctr" bIns="91425" lIns="91425" spcFirstLastPara="1" rIns="91425" wrap="square" tIns="91425">
            <a:noAutofit/>
          </a:bodyPr>
          <a:lstStyle>
            <a:lvl1pPr lvl="0">
              <a:spcBef>
                <a:spcPts val="0"/>
              </a:spcBef>
              <a:spcAft>
                <a:spcPts val="0"/>
              </a:spcAft>
              <a:buSzPts val="3000"/>
              <a:buNone/>
              <a:defRPr sz="23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1" name="Google Shape;141;p19"/>
          <p:cNvSpPr txBox="1"/>
          <p:nvPr>
            <p:ph hasCustomPrompt="1" idx="15" type="title"/>
          </p:nvPr>
        </p:nvSpPr>
        <p:spPr>
          <a:xfrm>
            <a:off x="342736" y="3071476"/>
            <a:ext cx="2579400" cy="310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3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pic>
        <p:nvPicPr>
          <p:cNvPr id="142" name="Google Shape;142;p19"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43" name="Shape 143"/>
        <p:cNvGrpSpPr/>
        <p:nvPr/>
      </p:nvGrpSpPr>
      <p:grpSpPr>
        <a:xfrm>
          <a:off x="0" y="0"/>
          <a:ext cx="0" cy="0"/>
          <a:chOff x="0" y="0"/>
          <a:chExt cx="0" cy="0"/>
        </a:xfrm>
      </p:grpSpPr>
      <p:grpSp>
        <p:nvGrpSpPr>
          <p:cNvPr id="144" name="Google Shape;144;p20"/>
          <p:cNvGrpSpPr/>
          <p:nvPr/>
        </p:nvGrpSpPr>
        <p:grpSpPr>
          <a:xfrm>
            <a:off x="84988" y="78599"/>
            <a:ext cx="8974027" cy="4925051"/>
            <a:chOff x="84988" y="78599"/>
            <a:chExt cx="8974027" cy="4925051"/>
          </a:xfrm>
        </p:grpSpPr>
        <p:pic>
          <p:nvPicPr>
            <p:cNvPr id="145" name="Google Shape;145;p20"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46" name="Google Shape;146;p20"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47" name="Google Shape;147;p20"/>
          <p:cNvSpPr txBox="1"/>
          <p:nvPr>
            <p:ph hasCustomPrompt="1" type="title"/>
          </p:nvPr>
        </p:nvSpPr>
        <p:spPr>
          <a:xfrm>
            <a:off x="792825" y="974863"/>
            <a:ext cx="3876600" cy="75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500">
                <a:solidFill>
                  <a:schemeClr val="dk2"/>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48" name="Google Shape;148;p20"/>
          <p:cNvSpPr txBox="1"/>
          <p:nvPr>
            <p:ph idx="1" type="subTitle"/>
          </p:nvPr>
        </p:nvSpPr>
        <p:spPr>
          <a:xfrm>
            <a:off x="792825" y="1629188"/>
            <a:ext cx="3876600" cy="448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9" name="Google Shape;149;p20"/>
          <p:cNvSpPr txBox="1"/>
          <p:nvPr>
            <p:ph hasCustomPrompt="1" idx="2" type="title"/>
          </p:nvPr>
        </p:nvSpPr>
        <p:spPr>
          <a:xfrm>
            <a:off x="4298725" y="2743425"/>
            <a:ext cx="3929100" cy="75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500">
                <a:solidFill>
                  <a:schemeClr val="dk2"/>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50" name="Google Shape;150;p20"/>
          <p:cNvSpPr txBox="1"/>
          <p:nvPr>
            <p:ph idx="3" type="subTitle"/>
          </p:nvPr>
        </p:nvSpPr>
        <p:spPr>
          <a:xfrm>
            <a:off x="4298725" y="3498224"/>
            <a:ext cx="3929100" cy="448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51" name="Shape 151"/>
        <p:cNvGrpSpPr/>
        <p:nvPr/>
      </p:nvGrpSpPr>
      <p:grpSpPr>
        <a:xfrm>
          <a:off x="0" y="0"/>
          <a:ext cx="0" cy="0"/>
          <a:chOff x="0" y="0"/>
          <a:chExt cx="0" cy="0"/>
        </a:xfrm>
      </p:grpSpPr>
      <p:grpSp>
        <p:nvGrpSpPr>
          <p:cNvPr id="152" name="Google Shape;152;p21"/>
          <p:cNvGrpSpPr/>
          <p:nvPr/>
        </p:nvGrpSpPr>
        <p:grpSpPr>
          <a:xfrm>
            <a:off x="84988" y="78599"/>
            <a:ext cx="8974027" cy="4925051"/>
            <a:chOff x="84988" y="78599"/>
            <a:chExt cx="8974027" cy="4925051"/>
          </a:xfrm>
        </p:grpSpPr>
        <p:pic>
          <p:nvPicPr>
            <p:cNvPr id="153" name="Google Shape;153;p21"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54" name="Google Shape;154;p21"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
        <p:nvSpPr>
          <p:cNvPr id="155" name="Google Shape;155;p21"/>
          <p:cNvSpPr txBox="1"/>
          <p:nvPr>
            <p:ph type="title"/>
          </p:nvPr>
        </p:nvSpPr>
        <p:spPr>
          <a:xfrm>
            <a:off x="669775" y="1143000"/>
            <a:ext cx="3852300" cy="564000"/>
          </a:xfrm>
          <a:prstGeom prst="rect">
            <a:avLst/>
          </a:prstGeom>
        </p:spPr>
        <p:txBody>
          <a:bodyPr anchorCtr="0" anchor="ctr" bIns="91425" lIns="91425" spcFirstLastPara="1" rIns="91425" wrap="square" tIns="91425">
            <a:noAutofit/>
          </a:bodyPr>
          <a:lstStyle>
            <a:lvl1pPr lvl="0" rtl="0">
              <a:spcBef>
                <a:spcPts val="0"/>
              </a:spcBef>
              <a:spcAft>
                <a:spcPts val="0"/>
              </a:spcAft>
              <a:buSzPts val="5000"/>
              <a:buNone/>
              <a:defRPr sz="48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p:txBody>
      </p:sp>
      <p:sp>
        <p:nvSpPr>
          <p:cNvPr id="156" name="Google Shape;156;p21"/>
          <p:cNvSpPr txBox="1"/>
          <p:nvPr>
            <p:ph idx="1" type="subTitle"/>
          </p:nvPr>
        </p:nvSpPr>
        <p:spPr>
          <a:xfrm>
            <a:off x="669775" y="1850750"/>
            <a:ext cx="3683400" cy="977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57" name="Google Shape;157;p21" title="Sin título-9.png"/>
          <p:cNvPicPr preferRelativeResize="0"/>
          <p:nvPr/>
        </p:nvPicPr>
        <p:blipFill rotWithShape="1">
          <a:blip r:embed="rId4">
            <a:alphaModFix/>
          </a:blip>
          <a:srcRect b="47107" l="19763" r="19447" t="14676"/>
          <a:stretch/>
        </p:blipFill>
        <p:spPr>
          <a:xfrm>
            <a:off x="4549250" y="1778300"/>
            <a:ext cx="3953100" cy="2485174"/>
          </a:xfrm>
          <a:prstGeom prst="rect">
            <a:avLst/>
          </a:prstGeom>
          <a:noFill/>
          <a:ln>
            <a:noFill/>
          </a:ln>
        </p:spPr>
      </p:pic>
      <p:sp>
        <p:nvSpPr>
          <p:cNvPr id="158" name="Google Shape;158;p21"/>
          <p:cNvSpPr txBox="1"/>
          <p:nvPr/>
        </p:nvSpPr>
        <p:spPr>
          <a:xfrm>
            <a:off x="4865450" y="2464525"/>
            <a:ext cx="3320700" cy="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Roboto Mono"/>
                <a:ea typeface="Roboto Mono"/>
                <a:cs typeface="Roboto Mono"/>
                <a:sym typeface="Roboto Mono"/>
              </a:rPr>
              <a:t>CREDITS:</a:t>
            </a:r>
            <a:r>
              <a:rPr lang="en" sz="1000">
                <a:solidFill>
                  <a:schemeClr val="dk1"/>
                </a:solidFill>
                <a:latin typeface="Roboto Mono"/>
                <a:ea typeface="Roboto Mono"/>
                <a:cs typeface="Roboto Mono"/>
                <a:sym typeface="Roboto Mono"/>
              </a:rPr>
              <a:t> This presentation template was created by </a:t>
            </a:r>
            <a:r>
              <a:rPr b="1" lang="en" sz="1000">
                <a:solidFill>
                  <a:schemeClr val="dk1"/>
                </a:solidFill>
                <a:uFill>
                  <a:noFill/>
                </a:uFill>
                <a:latin typeface="Roboto Mono"/>
                <a:ea typeface="Roboto Mono"/>
                <a:cs typeface="Roboto Mono"/>
                <a:sym typeface="Roboto Mono"/>
                <a:hlinkClick r:id="rId5">
                  <a:extLst>
                    <a:ext uri="{A12FA001-AC4F-418D-AE19-62706E023703}">
                      <ahyp:hlinkClr val="tx"/>
                    </a:ext>
                  </a:extLst>
                </a:hlinkClick>
              </a:rPr>
              <a:t>Slidesgo</a:t>
            </a:r>
            <a:r>
              <a:rPr lang="en" sz="1000">
                <a:solidFill>
                  <a:schemeClr val="dk1"/>
                </a:solidFill>
                <a:latin typeface="Roboto Mono"/>
                <a:ea typeface="Roboto Mono"/>
                <a:cs typeface="Roboto Mono"/>
                <a:sym typeface="Roboto Mono"/>
              </a:rPr>
              <a:t>, and includes icons, infographics &amp; images by </a:t>
            </a:r>
            <a:r>
              <a:rPr b="1" lang="en" sz="1000">
                <a:solidFill>
                  <a:schemeClr val="dk1"/>
                </a:solidFill>
                <a:uFill>
                  <a:noFill/>
                </a:uFill>
                <a:latin typeface="Roboto Mono"/>
                <a:ea typeface="Roboto Mono"/>
                <a:cs typeface="Roboto Mono"/>
                <a:sym typeface="Roboto Mono"/>
                <a:hlinkClick r:id="rId6">
                  <a:extLst>
                    <a:ext uri="{A12FA001-AC4F-418D-AE19-62706E023703}">
                      <ahyp:hlinkClr val="tx"/>
                    </a:ext>
                  </a:extLst>
                </a:hlinkClick>
              </a:rPr>
              <a:t>Freepik</a:t>
            </a:r>
            <a:r>
              <a:rPr lang="en" sz="1000">
                <a:solidFill>
                  <a:schemeClr val="dk1"/>
                </a:solidFill>
                <a:latin typeface="Roboto Mono"/>
                <a:ea typeface="Roboto Mono"/>
                <a:cs typeface="Roboto Mono"/>
                <a:sym typeface="Roboto Mono"/>
              </a:rPr>
              <a:t> </a:t>
            </a:r>
            <a:endParaRPr b="1" sz="1000" u="sng">
              <a:solidFill>
                <a:schemeClr val="dk1"/>
              </a:solidFill>
              <a:latin typeface="Roboto Mono"/>
              <a:ea typeface="Roboto Mono"/>
              <a:cs typeface="Roboto Mono"/>
              <a:sym typeface="Roboto Mon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59" name="Shape 159"/>
        <p:cNvGrpSpPr/>
        <p:nvPr/>
      </p:nvGrpSpPr>
      <p:grpSpPr>
        <a:xfrm>
          <a:off x="0" y="0"/>
          <a:ext cx="0" cy="0"/>
          <a:chOff x="0" y="0"/>
          <a:chExt cx="0" cy="0"/>
        </a:xfrm>
      </p:grpSpPr>
      <p:grpSp>
        <p:nvGrpSpPr>
          <p:cNvPr id="160" name="Google Shape;160;p22"/>
          <p:cNvGrpSpPr/>
          <p:nvPr/>
        </p:nvGrpSpPr>
        <p:grpSpPr>
          <a:xfrm>
            <a:off x="84988" y="78599"/>
            <a:ext cx="8974027" cy="4925051"/>
            <a:chOff x="84988" y="78599"/>
            <a:chExt cx="8974027" cy="4925051"/>
          </a:xfrm>
        </p:grpSpPr>
        <p:pic>
          <p:nvPicPr>
            <p:cNvPr id="161" name="Google Shape;161;p22" title="Sin título-7.png"/>
            <p:cNvPicPr preferRelativeResize="0"/>
            <p:nvPr/>
          </p:nvPicPr>
          <p:blipFill>
            <a:blip r:embed="rId2">
              <a:alphaModFix/>
            </a:blip>
            <a:stretch>
              <a:fillRect/>
            </a:stretch>
          </p:blipFill>
          <p:spPr>
            <a:xfrm>
              <a:off x="84988" y="78599"/>
              <a:ext cx="8974027" cy="4925051"/>
            </a:xfrm>
            <a:prstGeom prst="rect">
              <a:avLst/>
            </a:prstGeom>
            <a:noFill/>
            <a:ln>
              <a:noFill/>
            </a:ln>
          </p:spPr>
        </p:pic>
        <p:pic>
          <p:nvPicPr>
            <p:cNvPr id="162" name="Google Shape;162;p22" title="Sin título-2.png"/>
            <p:cNvPicPr preferRelativeResize="0"/>
            <p:nvPr/>
          </p:nvPicPr>
          <p:blipFill>
            <a:blip r:embed="rId3">
              <a:alphaModFix/>
            </a:blip>
            <a:stretch>
              <a:fillRect/>
            </a:stretch>
          </p:blipFill>
          <p:spPr>
            <a:xfrm>
              <a:off x="270400" y="196675"/>
              <a:ext cx="8645002" cy="308147"/>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63" name="Shape 163"/>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7" name="Shape 167"/>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
    <p:spTree>
      <p:nvGrpSpPr>
        <p:cNvPr id="168" name="Shape 168"/>
        <p:cNvGrpSpPr/>
        <p:nvPr/>
      </p:nvGrpSpPr>
      <p:grpSpPr>
        <a:xfrm>
          <a:off x="0" y="0"/>
          <a:ext cx="0" cy="0"/>
          <a:chOff x="0" y="0"/>
          <a:chExt cx="0" cy="0"/>
        </a:xfrm>
      </p:grpSpPr>
      <p:sp>
        <p:nvSpPr>
          <p:cNvPr id="169" name="Google Shape;169;p26"/>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0" name="Google Shape;170;p26"/>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_1_1">
    <p:spTree>
      <p:nvGrpSpPr>
        <p:cNvPr id="171" name="Shape 171"/>
        <p:cNvGrpSpPr/>
        <p:nvPr/>
      </p:nvGrpSpPr>
      <p:grpSpPr>
        <a:xfrm>
          <a:off x="0" y="0"/>
          <a:ext cx="0" cy="0"/>
          <a:chOff x="0" y="0"/>
          <a:chExt cx="0" cy="0"/>
        </a:xfrm>
      </p:grpSpPr>
      <p:sp>
        <p:nvSpPr>
          <p:cNvPr id="172" name="Google Shape;172;p27"/>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3" name="Google Shape;173;p27"/>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
        <p:nvSpPr>
          <p:cNvPr id="174" name="Google Shape;174;p27"/>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1pPr>
            <a:lvl2pPr lvl="1"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2pPr>
            <a:lvl3pPr lvl="2"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3pPr>
            <a:lvl4pPr lvl="3"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4pPr>
            <a:lvl5pPr lvl="4"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5pPr>
            <a:lvl6pPr lvl="5"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6pPr>
            <a:lvl7pPr lvl="6"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7pPr>
            <a:lvl8pPr lvl="7"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8pPr>
            <a:lvl9pPr lvl="8" rtl="0">
              <a:spcBef>
                <a:spcPts val="0"/>
              </a:spcBef>
              <a:spcAft>
                <a:spcPts val="0"/>
              </a:spcAft>
              <a:buClr>
                <a:schemeClr val="dk1"/>
              </a:buClr>
              <a:buSzPts val="3200"/>
              <a:buFont typeface="VT323"/>
              <a:buNone/>
              <a:defRPr sz="3200">
                <a:solidFill>
                  <a:schemeClr val="dk1"/>
                </a:solidFill>
                <a:latin typeface="VT323"/>
                <a:ea typeface="VT323"/>
                <a:cs typeface="VT323"/>
                <a:sym typeface="VT323"/>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1pPr>
            <a:lvl2pPr indent="-317500" lvl="1" marL="9144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2pPr>
            <a:lvl3pPr indent="-317500" lvl="2" marL="13716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3pPr>
            <a:lvl4pPr indent="-317500" lvl="3" marL="18288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4pPr>
            <a:lvl5pPr indent="-317500" lvl="4" marL="22860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5pPr>
            <a:lvl6pPr indent="-317500" lvl="5" marL="27432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6pPr>
            <a:lvl7pPr indent="-317500" lvl="6" marL="32004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7pPr>
            <a:lvl8pPr indent="-317500" lvl="7" marL="36576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8pPr>
            <a:lvl9pPr indent="-317500" lvl="8" marL="4114800">
              <a:lnSpc>
                <a:spcPct val="100000"/>
              </a:lnSpc>
              <a:spcBef>
                <a:spcPts val="0"/>
              </a:spcBef>
              <a:spcAft>
                <a:spcPts val="0"/>
              </a:spcAft>
              <a:buClr>
                <a:schemeClr val="dk1"/>
              </a:buClr>
              <a:buSzPts val="1400"/>
              <a:buFont typeface="Roboto Mono"/>
              <a:buChar char="■"/>
              <a:defRPr>
                <a:solidFill>
                  <a:schemeClr val="dk1"/>
                </a:solidFill>
                <a:latin typeface="Roboto Mono"/>
                <a:ea typeface="Roboto Mono"/>
                <a:cs typeface="Roboto Mono"/>
                <a:sym typeface="Roboto Mon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164" name="Shape 164"/>
        <p:cNvGrpSpPr/>
        <p:nvPr/>
      </p:nvGrpSpPr>
      <p:grpSpPr>
        <a:xfrm>
          <a:off x="0" y="0"/>
          <a:ext cx="0" cy="0"/>
          <a:chOff x="0" y="0"/>
          <a:chExt cx="0" cy="0"/>
        </a:xfrm>
      </p:grpSpPr>
      <p:sp>
        <p:nvSpPr>
          <p:cNvPr id="165" name="Google Shape;165;p24"/>
          <p:cNvSpPr txBox="1"/>
          <p:nvPr>
            <p:ph type="title"/>
          </p:nvPr>
        </p:nvSpPr>
        <p:spPr>
          <a:xfrm>
            <a:off x="713225" y="539500"/>
            <a:ext cx="7717500" cy="482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1pPr>
            <a:lvl2pPr lvl="1"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2pPr>
            <a:lvl3pPr lvl="2"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3pPr>
            <a:lvl4pPr lvl="3"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4pPr>
            <a:lvl5pPr lvl="4"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5pPr>
            <a:lvl6pPr lvl="5"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6pPr>
            <a:lvl7pPr lvl="6"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7pPr>
            <a:lvl8pPr lvl="7"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8pPr>
            <a:lvl9pPr lvl="8"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9pPr>
          </a:lstStyle>
          <a:p/>
        </p:txBody>
      </p:sp>
      <p:sp>
        <p:nvSpPr>
          <p:cNvPr id="166" name="Google Shape;166;p24"/>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shot1.jpg"/><Relationship Id="rId5" Type="http://schemas.openxmlformats.org/officeDocument/2006/relationships/image" Target="../media/shot2.jpg"/><Relationship Id="rId6" Type="http://schemas.openxmlformats.org/officeDocument/2006/relationships/image" Target="../media/shot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5"/>
          <p:cNvSpPr txBox="1"/>
          <p:nvPr>
            <p:ph idx="6" type="title"/>
          </p:nvPr>
        </p:nvSpPr>
        <p:spPr>
          <a:xfrm>
            <a:off x="341850" y="654800"/>
            <a:ext cx="8249700" cy="602700"/>
          </a:xfrm>
          <a:prstGeom prst="rect">
            <a:avLst/>
          </a:prstGeom>
        </p:spPr>
        <p:txBody>
          <a:bodyPr anchorCtr="0" anchor="t" bIns="91425" lIns="91425" spcFirstLastPara="1" rIns="91425" wrap="square" tIns="91425">
            <a:noAutofit/>
          </a:bodyPr>
          <a:lstStyle/>
          <a:p>
            <a:pPr marL="0" indent="0" algn="l">
              <a:spcBef>
                <a:spcPts val="0"/>
              </a:spcBef>
              <a:buNone/>
            </a:pPr>
            <a:r>
              <a:rPr lang="en">
                <a:solidFill>
                  <a:schemeClr val="dk1"/>
                </a:solidFill>
              </a:rPr>
              <a:t>Verdant: why this matters</a:t>
            </a:r>
          </a:p>
        </p:txBody>
      </p:sp>
      <p:sp>
        <p:nvSpPr>
          <p:cNvPr id="286" name="Google Shape;286;p35"/>
          <p:cNvSpPr txBox="1"/>
          <p:nvPr>
            <p:ph idx="1" type="subTitle"/>
          </p:nvPr>
        </p:nvSpPr>
        <p:spPr>
          <a:xfrm>
            <a:off x="3145041" y="2250000"/>
            <a:ext cx="2599200" cy="600000"/>
          </a:xfrm>
          <a:prstGeom prst="rect">
            <a:avLst/>
          </a:prstGeom>
        </p:spPr>
        <p:txBody>
          <a:bodyPr anchorCtr="0" anchor="t" bIns="91425" lIns="91425" spcFirstLastPara="1" rIns="91425" wrap="square" tIns="91425">
            <a:noAutofit/>
          </a:bodyPr>
          <a:lstStyle/>
          <a:p>
            <a:pPr marL="0" indent="0" algn="l">
              <a:spcBef>
                <a:spcPts val="0"/>
              </a:spcBef>
              <a:buNone/>
            </a:pPr>
            <a:r>
              <a:rPr lang="en" sz="1400">
                <a:solidFill>
                  <a:schemeClr val="dk1"/>
                </a:solidFill>
              </a:rPr>
              <a:t>human illnesses</a:t>
            </a:r>
          </a:p>
        </p:txBody>
      </p:sp>
      <p:sp>
        <p:nvSpPr>
          <p:cNvPr id="287" name="Google Shape;287;p35"/>
          <p:cNvSpPr txBox="1"/>
          <p:nvPr>
            <p:ph idx="2" type="subTitle"/>
          </p:nvPr>
        </p:nvSpPr>
        <p:spPr>
          <a:xfrm>
            <a:off x="341850" y="2250000"/>
            <a:ext cx="2599200" cy="600000"/>
          </a:xfrm>
          <a:prstGeom prst="rect">
            <a:avLst/>
          </a:prstGeom>
        </p:spPr>
        <p:txBody>
          <a:bodyPr anchorCtr="0" anchor="t" bIns="91425" lIns="91425" spcFirstLastPara="1" rIns="91425" wrap="square" tIns="91425">
            <a:noAutofit/>
          </a:bodyPr>
          <a:lstStyle/>
          <a:p>
            <a:pPr marL="0" indent="0" algn="l">
              <a:spcBef>
                <a:spcPts val="0"/>
              </a:spcBef>
              <a:buNone/>
            </a:pPr>
            <a:r>
              <a:rPr lang="en" sz="1400">
                <a:solidFill>
                  <a:schemeClr val="dk1"/>
                </a:solidFill>
              </a:rPr>
              <a:t>reported harmful algal bloom events</a:t>
            </a:r>
          </a:p>
        </p:txBody>
      </p:sp>
      <p:sp>
        <p:nvSpPr>
          <p:cNvPr id="288" name="Google Shape;288;p35"/>
          <p:cNvSpPr txBox="1"/>
          <p:nvPr>
            <p:ph idx="3" type="subTitle"/>
          </p:nvPr>
        </p:nvSpPr>
        <p:spPr>
          <a:xfrm>
            <a:off x="5948257" y="2250000"/>
            <a:ext cx="2599200" cy="600000"/>
          </a:xfrm>
          <a:prstGeom prst="rect">
            <a:avLst/>
          </a:prstGeom>
        </p:spPr>
        <p:txBody>
          <a:bodyPr anchorCtr="0" anchor="t" bIns="91425" lIns="91425" spcFirstLastPara="1" rIns="91425" wrap="square" tIns="91425">
            <a:noAutofit/>
          </a:bodyPr>
          <a:lstStyle/>
          <a:p>
            <a:pPr marL="0" indent="0" algn="l">
              <a:spcBef>
                <a:spcPts val="0"/>
              </a:spcBef>
              <a:buNone/>
            </a:pPr>
            <a:r>
              <a:rPr lang="en" sz="1400">
                <a:solidFill>
                  <a:schemeClr val="dk1"/>
                </a:solidFill>
              </a:rPr>
              <a:t>animal illnesses</a:t>
            </a:r>
          </a:p>
        </p:txBody>
      </p:sp>
      <p:sp>
        <p:nvSpPr>
          <p:cNvPr id="289" name="Google Shape;289;p35"/>
          <p:cNvSpPr txBox="1"/>
          <p:nvPr>
            <p:ph type="title"/>
          </p:nvPr>
        </p:nvSpPr>
        <p:spPr>
          <a:xfrm>
            <a:off x="3145041" y="1350000"/>
            <a:ext cx="2599200" cy="850000"/>
          </a:xfrm>
          <a:prstGeom prst="rect">
            <a:avLst/>
          </a:prstGeom>
        </p:spPr>
        <p:txBody>
          <a:bodyPr anchorCtr="0" anchor="ctr" bIns="91425" lIns="91425" spcFirstLastPara="1" rIns="91425" wrap="square" tIns="91425">
            <a:noAutofit/>
          </a:bodyPr>
          <a:lstStyle/>
          <a:p>
            <a:pPr marL="0" indent="0" algn="l">
              <a:spcBef>
                <a:spcPts val="0"/>
              </a:spcBef>
              <a:buNone/>
            </a:pPr>
            <a:r>
              <a:rPr lang="en" sz="5400">
                <a:solidFill>
                  <a:schemeClr val="dk1"/>
                </a:solidFill>
              </a:rPr>
              <a:t>389</a:t>
            </a:r>
          </a:p>
        </p:txBody>
      </p:sp>
      <p:sp>
        <p:nvSpPr>
          <p:cNvPr id="290" name="Google Shape;290;p35"/>
          <p:cNvSpPr txBox="1"/>
          <p:nvPr>
            <p:ph idx="4" type="title"/>
          </p:nvPr>
        </p:nvSpPr>
        <p:spPr>
          <a:xfrm>
            <a:off x="341850" y="1350000"/>
            <a:ext cx="2599200" cy="850000"/>
          </a:xfrm>
          <a:prstGeom prst="rect">
            <a:avLst/>
          </a:prstGeom>
        </p:spPr>
        <p:txBody>
          <a:bodyPr anchorCtr="0" anchor="ctr" bIns="91425" lIns="91425" spcFirstLastPara="1" rIns="91425" wrap="square" tIns="91425">
            <a:noAutofit/>
          </a:bodyPr>
          <a:lstStyle/>
          <a:p>
            <a:pPr marL="0" indent="0" algn="l">
              <a:spcBef>
                <a:spcPts val="0"/>
              </a:spcBef>
              <a:buNone/>
            </a:pPr>
            <a:r>
              <a:rPr lang="en" sz="5400">
                <a:solidFill>
                  <a:schemeClr val="dk1"/>
                </a:solidFill>
              </a:rPr>
              <a:t>421</a:t>
            </a:r>
          </a:p>
        </p:txBody>
      </p:sp>
      <p:sp>
        <p:nvSpPr>
          <p:cNvPr id="291" name="Google Shape;291;p35"/>
          <p:cNvSpPr txBox="1"/>
          <p:nvPr>
            <p:ph idx="5" type="title"/>
          </p:nvPr>
        </p:nvSpPr>
        <p:spPr>
          <a:xfrm>
            <a:off x="5948257" y="1350000"/>
            <a:ext cx="2599200" cy="850000"/>
          </a:xfrm>
          <a:prstGeom prst="rect">
            <a:avLst/>
          </a:prstGeom>
        </p:spPr>
        <p:txBody>
          <a:bodyPr anchorCtr="0" anchor="ctr" bIns="91425" lIns="91425" spcFirstLastPara="1" rIns="91425" wrap="square" tIns="91425">
            <a:noAutofit/>
          </a:bodyPr>
          <a:lstStyle/>
          <a:p>
            <a:pPr marL="0" indent="0" algn="l">
              <a:spcBef>
                <a:spcPts val="0"/>
              </a:spcBef>
              <a:buNone/>
            </a:pPr>
            <a:r>
              <a:rPr lang="en" sz="5400">
                <a:solidFill>
                  <a:schemeClr val="dk1"/>
                </a:solidFill>
              </a:rPr>
              <a:t>413+</a:t>
            </a:r>
          </a:p>
        </p:txBody>
      </p:sp>
      <p:sp>
        <p:nvSpPr>
          <p:cNvPr id="901" name="Text"/>
          <p:cNvSpPr txBox="1"/>
          <p:nvPr/>
        </p:nvSpPr>
        <p:spPr>
          <a:xfrm>
            <a:off x="341850" y="3100000"/>
            <a:ext cx="8400000" cy="450000"/>
          </a:xfrm>
          <a:prstGeom prst="rect">
            <a:avLst/>
          </a:prstGeom>
          <a:noFill/>
        </p:spPr>
        <p:txBody>
          <a:bodyPr wrap="square" lIns="91425" tIns="91425" rIns="91425" bIns="91425" anchor="t">
            <a:noAutofit/>
          </a:bodyPr>
          <a:lstStyle/>
          <a:p>
            <a:pPr marL="0" indent="0" algn="l">
              <a:spcBef>
                <a:spcPts val="0"/>
              </a:spcBef>
              <a:buNone/>
            </a:pPr>
            <a:r>
              <a:rPr lang="en" sz="1400" b="1">
                <a:solidFill>
                  <a:schemeClr val="dk1"/>
                </a:solidFill>
                <a:latin typeface="Roboto Mono"/>
                <a:ea typeface="Roboto Mono"/>
                <a:cs typeface="Roboto Mono"/>
                <a:sym typeface="Roboto Mono"/>
              </a:rPr>
              <a:t>18 U.S. states · 2016-2018 · National figures, not Lake Mead-specific</a:t>
            </a:r>
          </a:p>
        </p:txBody>
      </p:sp>
      <p:sp>
        <p:nvSpPr>
          <p:cNvPr id="902" name="Text"/>
          <p:cNvSpPr txBox="1"/>
          <p:nvPr/>
        </p:nvSpPr>
        <p:spPr>
          <a:xfrm>
            <a:off x="341850" y="3700000"/>
            <a:ext cx="8400000" cy="400000"/>
          </a:xfrm>
          <a:prstGeom prst="rect">
            <a:avLst/>
          </a:prstGeom>
          <a:noFill/>
        </p:spPr>
        <p:txBody>
          <a:bodyPr wrap="square" lIns="91425" tIns="91425" rIns="91425" bIns="91425" anchor="t">
            <a:noAutofit/>
          </a:bodyPr>
          <a:lstStyle/>
          <a:p>
            <a:pPr marL="0" indent="0" algn="l">
              <a:spcBef>
                <a:spcPts val="0"/>
              </a:spcBef>
              <a:buNone/>
            </a:pPr>
            <a:r>
              <a:rPr lang="en" sz="1200">
                <a:solidFill>
                  <a:schemeClr val="dk1"/>
                </a:solidFill>
                <a:latin typeface="Roboto Mono"/>
                <a:ea typeface="Roboto Mono"/>
                <a:cs typeface="Roboto Mono"/>
                <a:sym typeface="Roboto Mono"/>
              </a:rPr>
              <a:t>Source: CDC, MMWR 69(50), December 18, 2020</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txBox="1"/>
          <p:nvPr>
            <p:ph type="title"/>
          </p:nvPr>
        </p:nvSpPr>
        <p:spPr>
          <a:xfrm>
            <a:off x="341850" y="654800"/>
            <a:ext cx="8573700" cy="1000000"/>
          </a:xfrm>
          <a:prstGeom prst="rect">
            <a:avLst/>
          </a:prstGeom>
        </p:spPr>
        <p:txBody>
          <a:bodyPr anchorCtr="0" anchor="t" bIns="91425" lIns="91425" spcFirstLastPara="1" rIns="91425" wrap="square" tIns="91425">
            <a:noAutofit/>
          </a:bodyPr>
          <a:lstStyle/>
          <a:p>
            <a:pPr marL="0" indent="0" algn="l">
              <a:spcBef>
                <a:spcPts val="0"/>
              </a:spcBef>
              <a:buNone/>
            </a:pPr>
            <a:r>
              <a:rPr lang="en" sz="2800">
                <a:solidFill>
                  <a:schemeClr val="dk1"/>
                </a:solidFill>
              </a:rPr>
              <a:t>People see the water. Rangers need usable evidence.</a:t>
            </a:r>
          </a:p>
        </p:txBody>
      </p:sp>
      <p:sp>
        <p:nvSpPr>
          <p:cNvPr id="901" name="Text"/>
          <p:cNvSpPr txBox="1"/>
          <p:nvPr/>
        </p:nvSpPr>
        <p:spPr>
          <a:xfrm>
            <a:off x="341850" y="1700000"/>
            <a:ext cx="8400000" cy="1250000"/>
          </a:xfrm>
          <a:prstGeom prst="rect">
            <a:avLst/>
          </a:prstGeom>
          <a:noFill/>
        </p:spPr>
        <p:txBody>
          <a:bodyPr wrap="square" lIns="91425" tIns="91425" rIns="91425" bIns="91425" anchor="t">
            <a:noAutofit/>
          </a:bodyPr>
          <a:lstStyle/>
          <a:p>
            <a:pPr marL="241300" indent="-215900" algn="l">
              <a:spcBef>
                <a:spcPts val="0"/>
              </a:spcBef>
              <a:buClr>
                <a:schemeClr val="dk1"/>
              </a:buClr>
              <a:buSzPts val="1100"/>
              <a:buChar char="●"/>
            </a:pPr>
            <a:r>
              <a:rPr lang="en" sz="1400">
                <a:solidFill>
                  <a:schemeClr val="dk1"/>
                </a:solidFill>
              </a:rPr>
              <a:t>Unclear locations and missing details</a:t>
            </a:r>
          </a:p>
          <a:p>
            <a:pPr marL="241300" indent="-215900" algn="l">
              <a:spcBef>
                <a:spcPts val="500"/>
              </a:spcBef>
              <a:buClr>
                <a:schemeClr val="dk1"/>
              </a:buClr>
              <a:buSzPts val="1100"/>
              <a:buChar char="●"/>
            </a:pPr>
            <a:r>
              <a:rPr lang="en" sz="1400">
                <a:solidFill>
                  <a:schemeClr val="dk1"/>
                </a:solidFill>
              </a:rPr>
              <a:t>Blooms confused with look-alikes</a:t>
            </a:r>
          </a:p>
          <a:p>
            <a:pPr marL="241300" indent="-215900" algn="l">
              <a:spcBef>
                <a:spcPts val="500"/>
              </a:spcBef>
              <a:buClr>
                <a:schemeClr val="dk1"/>
              </a:buClr>
              <a:buSzPts val="1100"/>
              <a:buChar char="●"/>
            </a:pPr>
            <a:r>
              <a:rPr lang="en" sz="1400">
                <a:solidFill>
                  <a:schemeClr val="dk1"/>
                </a:solidFill>
              </a:rPr>
              <a:t>Reporters need feedback</a:t>
            </a:r>
          </a:p>
        </p:txBody>
      </p:sp>
      <p:pic>
        <p:nvPicPr>
          <p:cNvPr id="902" name="Window bar" descr=""/>
          <p:cNvPicPr>
            <a:picLocks noChangeAspect="1"/>
          </p:cNvPicPr>
          <p:nvPr/>
        </p:nvPicPr>
        <p:blipFill>
          <a:blip r:embed="rId3"/>
          <a:srcRect l="70464"/>
          <a:stretch/>
        </p:blipFill>
        <p:spPr>
          <a:xfrm>
            <a:off x="550000" y="3150000"/>
            <a:ext cx="2200000" cy="265500"/>
          </a:xfrm>
          <a:prstGeom prst="rect">
            <a:avLst/>
          </a:prstGeom>
        </p:spPr>
      </p:pic>
      <p:sp>
        <p:nvSpPr>
          <p:cNvPr id="903" name="Panel"/>
          <p:cNvSpPr/>
          <p:nvPr/>
        </p:nvSpPr>
        <p:spPr>
          <a:xfrm>
            <a:off x="550000" y="3415500"/>
            <a:ext cx="2200000" cy="800000"/>
          </a:xfrm>
          <a:prstGeom prst="rect">
            <a:avLst/>
          </a:prstGeom>
          <a:solidFill>
            <a:srgbClr val="EFEFEF"/>
          </a:solidFill>
          <a:ln w="12700">
            <a:solidFill>
              <a:srgbClr val="707070"/>
            </a:solidFill>
          </a:ln>
        </p:spPr>
        <p:txBody>
          <a:bodyPr wrap="square" lIns="91425" tIns="45720" rIns="91425" bIns="45720" anchor="ctr">
            <a:noAutofit/>
          </a:bodyPr>
          <a:lstStyle/>
          <a:p>
            <a:pPr marL="0" indent="0" algn="ctr">
              <a:spcBef>
                <a:spcPts val="0"/>
              </a:spcBef>
              <a:buNone/>
            </a:pPr>
            <a:r>
              <a:rPr lang="en" sz="1400">
                <a:solidFill>
                  <a:schemeClr val="dk1"/>
                </a:solidFill>
                <a:latin typeface="Roboto Mono"/>
                <a:ea typeface="Roboto Mono"/>
                <a:cs typeface="Roboto Mono"/>
                <a:sym typeface="Roboto Mono"/>
              </a:rPr>
              <a:t>Shore observation</a:t>
            </a:r>
          </a:p>
        </p:txBody>
      </p:sp>
      <p:pic>
        <p:nvPicPr>
          <p:cNvPr id="904" name="Window bar" descr=""/>
          <p:cNvPicPr>
            <a:picLocks noChangeAspect="1"/>
          </p:cNvPicPr>
          <p:nvPr/>
        </p:nvPicPr>
        <p:blipFill>
          <a:blip r:embed="rId3"/>
          <a:srcRect l="70464"/>
          <a:stretch/>
        </p:blipFill>
        <p:spPr>
          <a:xfrm>
            <a:off x="3600000" y="3150000"/>
            <a:ext cx="2200000" cy="265500"/>
          </a:xfrm>
          <a:prstGeom prst="rect">
            <a:avLst/>
          </a:prstGeom>
        </p:spPr>
      </p:pic>
      <p:sp>
        <p:nvSpPr>
          <p:cNvPr id="905" name="Panel"/>
          <p:cNvSpPr/>
          <p:nvPr/>
        </p:nvSpPr>
        <p:spPr>
          <a:xfrm>
            <a:off x="3600000" y="3415500"/>
            <a:ext cx="2200000" cy="800000"/>
          </a:xfrm>
          <a:prstGeom prst="rect">
            <a:avLst/>
          </a:prstGeom>
          <a:solidFill>
            <a:srgbClr val="EFEFEF"/>
          </a:solidFill>
          <a:ln w="12700">
            <a:solidFill>
              <a:srgbClr val="707070"/>
            </a:solidFill>
          </a:ln>
        </p:spPr>
        <p:txBody>
          <a:bodyPr wrap="square" lIns="91425" tIns="45720" rIns="91425" bIns="45720" anchor="ctr">
            <a:noAutofit/>
          </a:bodyPr>
          <a:lstStyle/>
          <a:p>
            <a:pPr marL="0" indent="0" algn="ctr">
              <a:spcBef>
                <a:spcPts val="0"/>
              </a:spcBef>
              <a:buNone/>
            </a:pPr>
            <a:r>
              <a:rPr lang="en" sz="1400">
                <a:solidFill>
                  <a:schemeClr val="dk1"/>
                </a:solidFill>
                <a:latin typeface="Roboto Mono"/>
                <a:ea typeface="Roboto Mono"/>
                <a:cs typeface="Roboto Mono"/>
                <a:sym typeface="Roboto Mono"/>
              </a:rPr>
              <a:t>Ranger</a:t>
            </a:r>
          </a:p>
        </p:txBody>
      </p:sp>
      <p:pic>
        <p:nvPicPr>
          <p:cNvPr id="906" name="Window bar" descr=""/>
          <p:cNvPicPr>
            <a:picLocks noChangeAspect="1"/>
          </p:cNvPicPr>
          <p:nvPr/>
        </p:nvPicPr>
        <p:blipFill>
          <a:blip r:embed="rId3"/>
          <a:srcRect l="70464"/>
          <a:stretch/>
        </p:blipFill>
        <p:spPr>
          <a:xfrm>
            <a:off x="6650000" y="3150000"/>
            <a:ext cx="2200000" cy="265500"/>
          </a:xfrm>
          <a:prstGeom prst="rect">
            <a:avLst/>
          </a:prstGeom>
        </p:spPr>
      </p:pic>
      <p:sp>
        <p:nvSpPr>
          <p:cNvPr id="907" name="Panel"/>
          <p:cNvSpPr/>
          <p:nvPr/>
        </p:nvSpPr>
        <p:spPr>
          <a:xfrm>
            <a:off x="6650000" y="3415500"/>
            <a:ext cx="2200000" cy="800000"/>
          </a:xfrm>
          <a:prstGeom prst="rect">
            <a:avLst/>
          </a:prstGeom>
          <a:solidFill>
            <a:srgbClr val="EFEFEF"/>
          </a:solidFill>
          <a:ln w="12700">
            <a:solidFill>
              <a:srgbClr val="707070"/>
            </a:solidFill>
          </a:ln>
        </p:spPr>
        <p:txBody>
          <a:bodyPr wrap="square" lIns="91425" tIns="45720" rIns="91425" bIns="45720" anchor="ctr">
            <a:noAutofit/>
          </a:bodyPr>
          <a:lstStyle/>
          <a:p>
            <a:pPr marL="0" indent="0" algn="ctr">
              <a:spcBef>
                <a:spcPts val="0"/>
              </a:spcBef>
              <a:buNone/>
            </a:pPr>
            <a:r>
              <a:rPr lang="en" sz="1400">
                <a:solidFill>
                  <a:schemeClr val="dk1"/>
                </a:solidFill>
                <a:latin typeface="Roboto Mono"/>
                <a:ea typeface="Roboto Mono"/>
                <a:cs typeface="Roboto Mono"/>
                <a:sym typeface="Roboto Mono"/>
              </a:rPr>
              <a:t>Follow-up</a:t>
            </a:r>
          </a:p>
        </p:txBody>
      </p:sp>
      <p:sp>
        <p:nvSpPr>
          <p:cNvPr id="908" name="Text"/>
          <p:cNvSpPr txBox="1"/>
          <p:nvPr/>
        </p:nvSpPr>
        <p:spPr>
          <a:xfrm>
            <a:off x="2750000" y="3415500"/>
            <a:ext cx="850000" cy="800000"/>
          </a:xfrm>
          <a:prstGeom prst="rect">
            <a:avLst/>
          </a:prstGeom>
          <a:noFill/>
        </p:spPr>
        <p:txBody>
          <a:bodyPr wrap="square" lIns="91425" tIns="91425" rIns="91425" bIns="91425" anchor="ctr">
            <a:noAutofit/>
          </a:bodyPr>
          <a:lstStyle/>
          <a:p>
            <a:pPr marL="0" indent="0" algn="ctr">
              <a:spcBef>
                <a:spcPts val="0"/>
              </a:spcBef>
              <a:buNone/>
            </a:pPr>
            <a:r>
              <a:rPr lang="en" sz="3200">
                <a:solidFill>
                  <a:schemeClr val="dk1"/>
                </a:solidFill>
                <a:latin typeface="VT323"/>
                <a:ea typeface="VT323"/>
                <a:cs typeface="VT323"/>
                <a:sym typeface="VT323"/>
              </a:rPr>
              <a:t>→?</a:t>
            </a:r>
          </a:p>
        </p:txBody>
      </p:sp>
      <p:sp>
        <p:nvSpPr>
          <p:cNvPr id="909" name="Text"/>
          <p:cNvSpPr txBox="1"/>
          <p:nvPr/>
        </p:nvSpPr>
        <p:spPr>
          <a:xfrm>
            <a:off x="5800000" y="3415500"/>
            <a:ext cx="850000" cy="800000"/>
          </a:xfrm>
          <a:prstGeom prst="rect">
            <a:avLst/>
          </a:prstGeom>
          <a:noFill/>
        </p:spPr>
        <p:txBody>
          <a:bodyPr wrap="square" lIns="91425" tIns="91425" rIns="91425" bIns="91425" anchor="ctr">
            <a:noAutofit/>
          </a:bodyPr>
          <a:lstStyle/>
          <a:p>
            <a:pPr marL="0" indent="0" algn="ctr">
              <a:spcBef>
                <a:spcPts val="0"/>
              </a:spcBef>
              <a:buNone/>
            </a:pPr>
            <a:r>
              <a:rPr lang="en" sz="3200">
                <a:solidFill>
                  <a:schemeClr val="dk1"/>
                </a:solidFill>
                <a:latin typeface="VT323"/>
                <a:ea typeface="VT323"/>
                <a:cs typeface="VT323"/>
                <a:sym typeface="VT323"/>
              </a:rPr>
              <a:t>→?</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32" title="beautiful-sea-life-with-aquatic-animal (1).jpg"/>
          <p:cNvPicPr preferRelativeResize="0"/>
          <p:nvPr>
            <p:ph idx="3" type="pic"/>
          </p:nvPr>
        </p:nvPicPr>
        <p:blipFill rotWithShape="1">
          <a:blip r:embed="rId3">
            <a:alphaModFix/>
          </a:blip>
          <a:srcRect b="0" l="20934" r="20934" t="0"/>
          <a:stretch/>
        </p:blipFill>
        <p:spPr>
          <a:xfrm flipH="1">
            <a:off x="6386650" y="947025"/>
            <a:ext cx="2107500" cy="2067599"/>
          </a:xfrm>
          <a:prstGeom prst="rect">
            <a:avLst/>
          </a:prstGeom>
        </p:spPr>
      </p:pic>
      <p:sp>
        <p:nvSpPr>
          <p:cNvPr id="260" name="Google Shape;260;p32"/>
          <p:cNvSpPr txBox="1"/>
          <p:nvPr>
            <p:ph idx="1" type="subTitle"/>
          </p:nvPr>
        </p:nvSpPr>
        <p:spPr>
          <a:xfrm>
            <a:off x="3465325" y="3800000"/>
            <a:ext cx="5174400" cy="850000"/>
          </a:xfrm>
          <a:prstGeom prst="rect">
            <a:avLst/>
          </a:prstGeom>
        </p:spPr>
        <p:txBody>
          <a:bodyPr anchorCtr="0" anchor="t" bIns="91425" lIns="91425" spcFirstLastPara="1" rIns="91425" wrap="square" tIns="91425">
            <a:noAutofit/>
          </a:bodyPr>
          <a:lstStyle/>
          <a:p>
            <a:pPr marL="0" indent="0" algn="l">
              <a:spcBef>
                <a:spcPts val="0"/>
              </a:spcBef>
              <a:buNone/>
            </a:pPr>
            <a:r>
              <a:rPr lang="en" sz="1200">
                <a:solidFill>
                  <a:schemeClr val="dk1"/>
                </a:solidFill>
              </a:rPr>
              <a:t>Report → Review → Prioritize sampling → Share the outcome</a:t>
            </a:r>
          </a:p>
          <a:p>
            <a:pPr marL="0" indent="0" algn="l">
              <a:spcBef>
                <a:spcPts val="600"/>
              </a:spcBef>
              <a:buNone/>
            </a:pPr>
            <a:r>
              <a:rPr lang="en" sz="1200">
                <a:solidFill>
                  <a:schemeClr val="dk1"/>
                </a:solidFill>
              </a:rPr>
              <a:t>Lake Mead pilot · Track 6: Resilience Informatics</a:t>
            </a:r>
          </a:p>
        </p:txBody>
      </p:sp>
      <p:sp>
        <p:nvSpPr>
          <p:cNvPr id="261" name="Google Shape;261;p32"/>
          <p:cNvSpPr txBox="1"/>
          <p:nvPr>
            <p:ph type="title"/>
          </p:nvPr>
        </p:nvSpPr>
        <p:spPr>
          <a:xfrm>
            <a:off x="1000000" y="1532500"/>
            <a:ext cx="4350000" cy="1521000"/>
          </a:xfrm>
          <a:prstGeom prst="rect">
            <a:avLst/>
          </a:prstGeom>
        </p:spPr>
        <p:txBody>
          <a:bodyPr anchorCtr="0" anchor="ctr" bIns="91425" lIns="91425" spcFirstLastPara="1" rIns="91425" wrap="square" tIns="91425">
            <a:noAutofit/>
          </a:bodyPr>
          <a:lstStyle/>
          <a:p>
            <a:pPr marL="0" indent="0" algn="l">
              <a:spcBef>
                <a:spcPts val="0"/>
              </a:spcBef>
              <a:buNone/>
            </a:pPr>
            <a:r>
              <a:rPr lang="en" sz="2400">
                <a:solidFill>
                  <a:schemeClr val="dk1"/>
                </a:solidFill>
              </a:rPr>
              <a:t>Verdant: from observation to follow-up</a:t>
            </a:r>
          </a:p>
        </p:txBody>
      </p:sp>
      <p:grpSp>
        <p:nvGrpSpPr>
          <p:cNvPr id="263" name="Google Shape;263;p32"/>
          <p:cNvGrpSpPr/>
          <p:nvPr/>
        </p:nvGrpSpPr>
        <p:grpSpPr>
          <a:xfrm>
            <a:off x="6386650" y="947025"/>
            <a:ext cx="2107351" cy="265500"/>
            <a:chOff x="6386650" y="947025"/>
            <a:chExt cx="2107351" cy="265500"/>
          </a:xfrm>
        </p:grpSpPr>
        <p:pic>
          <p:nvPicPr>
            <p:cNvPr id="264" name="Google Shape;264;p32" title="Sin título-2.png"/>
            <p:cNvPicPr preferRelativeResize="0"/>
            <p:nvPr/>
          </p:nvPicPr>
          <p:blipFill rotWithShape="1">
            <a:blip r:embed="rId4">
              <a:alphaModFix/>
            </a:blip>
            <a:srcRect b="0" l="71707" r="0" t="0"/>
            <a:stretch/>
          </p:blipFill>
          <p:spPr>
            <a:xfrm>
              <a:off x="6386650" y="947025"/>
              <a:ext cx="2107351" cy="265500"/>
            </a:xfrm>
            <a:prstGeom prst="rect">
              <a:avLst/>
            </a:prstGeom>
            <a:noFill/>
            <a:ln>
              <a:noFill/>
            </a:ln>
          </p:spPr>
        </p:pic>
        <p:pic>
          <p:nvPicPr>
            <p:cNvPr id="265" name="Google Shape;265;p32" title="Sin título-2.png"/>
            <p:cNvPicPr preferRelativeResize="0"/>
            <p:nvPr/>
          </p:nvPicPr>
          <p:blipFill rotWithShape="1">
            <a:blip r:embed="rId4">
              <a:alphaModFix/>
            </a:blip>
            <a:srcRect b="0" l="71707" r="0" t="0"/>
            <a:stretch/>
          </p:blipFill>
          <p:spPr>
            <a:xfrm>
              <a:off x="6386650" y="947025"/>
              <a:ext cx="2107351" cy="26550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7" name="Google Shape;297;p36"/>
          <p:cNvSpPr txBox="1"/>
          <p:nvPr>
            <p:ph type="title"/>
          </p:nvPr>
        </p:nvSpPr>
        <p:spPr>
          <a:xfrm>
            <a:off x="341850" y="654800"/>
            <a:ext cx="8700000" cy="950000"/>
          </a:xfrm>
          <a:prstGeom prst="rect">
            <a:avLst/>
          </a:prstGeom>
        </p:spPr>
        <p:txBody>
          <a:bodyPr anchorCtr="0" anchor="t" bIns="91425" lIns="91425" spcFirstLastPara="1" rIns="91425" wrap="square" tIns="91425">
            <a:noAutofit/>
          </a:bodyPr>
          <a:lstStyle/>
          <a:p>
            <a:pPr marL="0" indent="0" algn="l">
              <a:spcBef>
                <a:spcPts val="0"/>
              </a:spcBef>
              <a:buNone/>
            </a:pPr>
            <a:r>
              <a:rPr lang="en" sz="2800">
                <a:solidFill>
                  <a:schemeClr val="dk1"/>
                </a:solidFill>
              </a:rPr>
              <a:t>Better observations. Clearer priorities. Visible follow-up.</a:t>
            </a:r>
          </a:p>
        </p:txBody>
      </p:sp>
      <p:sp>
        <p:nvSpPr>
          <p:cNvPr id="298" name="Google Shape;298;p36"/>
          <p:cNvSpPr txBox="1"/>
          <p:nvPr>
            <p:ph idx="1" type="subTitle"/>
          </p:nvPr>
        </p:nvSpPr>
        <p:spPr>
          <a:xfrm>
            <a:off x="342736" y="2200000"/>
            <a:ext cx="2650000" cy="600000"/>
          </a:xfrm>
          <a:prstGeom prst="rect">
            <a:avLst/>
          </a:prstGeom>
        </p:spPr>
        <p:txBody>
          <a:bodyPr anchorCtr="0" anchor="t" bIns="91425" lIns="91425" spcFirstLastPara="1" rIns="91425" wrap="square" tIns="91425">
            <a:noAutofit/>
          </a:bodyPr>
          <a:lstStyle/>
          <a:p>
            <a:pPr marL="0" indent="0" algn="l">
              <a:spcBef>
                <a:spcPts val="0"/>
              </a:spcBef>
              <a:buNone/>
            </a:pPr>
            <a:r>
              <a:rPr lang="en" sz="1200">
                <a:solidFill>
                  <a:schemeClr val="dk1"/>
                </a:solidFill>
              </a:rPr>
              <a:t>Guided reports and feedback</a:t>
            </a:r>
          </a:p>
        </p:txBody>
      </p:sp>
      <p:sp>
        <p:nvSpPr>
          <p:cNvPr id="299" name="Google Shape;299;p36"/>
          <p:cNvSpPr txBox="1"/>
          <p:nvPr>
            <p:ph idx="2" type="subTitle"/>
          </p:nvPr>
        </p:nvSpPr>
        <p:spPr>
          <a:xfrm>
            <a:off x="3239948" y="2200000"/>
            <a:ext cx="2650000" cy="600000"/>
          </a:xfrm>
          <a:prstGeom prst="rect">
            <a:avLst/>
          </a:prstGeom>
        </p:spPr>
        <p:txBody>
          <a:bodyPr anchorCtr="0" anchor="t" bIns="91425" lIns="91425" spcFirstLastPara="1" rIns="91425" wrap="square" tIns="91425">
            <a:noAutofit/>
          </a:bodyPr>
          <a:lstStyle/>
          <a:p>
            <a:pPr marL="0" indent="0" algn="l">
              <a:spcBef>
                <a:spcPts val="0"/>
              </a:spcBef>
              <a:buNone/>
            </a:pPr>
            <a:r>
              <a:rPr lang="en" sz="1200">
                <a:solidFill>
                  <a:schemeClr val="dk1"/>
                </a:solidFill>
              </a:rPr>
              <a:t>Explainable sampling priorities</a:t>
            </a:r>
          </a:p>
        </p:txBody>
      </p:sp>
      <p:sp>
        <p:nvSpPr>
          <p:cNvPr id="301" name="Google Shape;301;p36"/>
          <p:cNvSpPr txBox="1"/>
          <p:nvPr>
            <p:ph idx="5" type="subTitle"/>
          </p:nvPr>
        </p:nvSpPr>
        <p:spPr>
          <a:xfrm>
            <a:off x="6132612" y="2200000"/>
            <a:ext cx="2650000" cy="600000"/>
          </a:xfrm>
          <a:prstGeom prst="rect">
            <a:avLst/>
          </a:prstGeom>
        </p:spPr>
        <p:txBody>
          <a:bodyPr anchorCtr="0" anchor="t" bIns="91425" lIns="91425" spcFirstLastPara="1" rIns="91425" wrap="square" tIns="91425">
            <a:noAutofit/>
          </a:bodyPr>
          <a:lstStyle/>
          <a:p>
            <a:pPr marL="0" indent="0" algn="l">
              <a:spcBef>
                <a:spcPts val="0"/>
              </a:spcBef>
              <a:buNone/>
            </a:pPr>
            <a:r>
              <a:rPr lang="en" sz="1200">
                <a:solidFill>
                  <a:schemeClr val="dk1"/>
                </a:solidFill>
              </a:rPr>
              <a:t>Connect environmental, human, and animal concerns</a:t>
            </a:r>
          </a:p>
        </p:txBody>
      </p:sp>
      <p:sp>
        <p:nvSpPr>
          <p:cNvPr id="304" name="Google Shape;304;p36"/>
          <p:cNvSpPr txBox="1"/>
          <p:nvPr>
            <p:ph idx="8" type="title"/>
          </p:nvPr>
        </p:nvSpPr>
        <p:spPr>
          <a:xfrm>
            <a:off x="6132612" y="1750000"/>
            <a:ext cx="2650000" cy="450000"/>
          </a:xfrm>
          <a:prstGeom prst="rect">
            <a:avLst/>
          </a:prstGeom>
        </p:spPr>
        <p:txBody>
          <a:bodyPr anchorCtr="0" anchor="ctr" bIns="91425" lIns="91425" spcFirstLastPara="1" rIns="91425" wrap="square" tIns="91425">
            <a:noAutofit/>
          </a:bodyPr>
          <a:lstStyle/>
          <a:p>
            <a:pPr marL="0" indent="0" algn="l">
              <a:spcBef>
                <a:spcPts val="0"/>
              </a:spcBef>
              <a:buNone/>
            </a:pPr>
            <a:r>
              <a:rPr lang="en" sz="1800">
                <a:solidFill>
                  <a:schemeClr val="dk1"/>
                </a:solidFill>
              </a:rPr>
              <a:t>One Health</a:t>
            </a:r>
          </a:p>
        </p:txBody>
      </p:sp>
      <p:sp>
        <p:nvSpPr>
          <p:cNvPr id="305" name="Google Shape;305;p36"/>
          <p:cNvSpPr txBox="1"/>
          <p:nvPr>
            <p:ph idx="9" type="title"/>
          </p:nvPr>
        </p:nvSpPr>
        <p:spPr>
          <a:xfrm>
            <a:off x="3239948" y="1750000"/>
            <a:ext cx="2650000" cy="450000"/>
          </a:xfrm>
          <a:prstGeom prst="rect">
            <a:avLst/>
          </a:prstGeom>
        </p:spPr>
        <p:txBody>
          <a:bodyPr anchorCtr="0" anchor="ctr" bIns="91425" lIns="91425" spcFirstLastPara="1" rIns="91425" wrap="square" tIns="91425">
            <a:noAutofit/>
          </a:bodyPr>
          <a:lstStyle/>
          <a:p>
            <a:pPr marL="0" indent="0" algn="l">
              <a:spcBef>
                <a:spcPts val="0"/>
              </a:spcBef>
              <a:buNone/>
            </a:pPr>
            <a:r>
              <a:rPr lang="en" sz="1800">
                <a:solidFill>
                  <a:schemeClr val="dk1"/>
                </a:solidFill>
              </a:rPr>
              <a:t>Rangers and managers</a:t>
            </a:r>
          </a:p>
        </p:txBody>
      </p:sp>
      <p:sp>
        <p:nvSpPr>
          <p:cNvPr id="307" name="Google Shape;307;p36"/>
          <p:cNvSpPr txBox="1"/>
          <p:nvPr>
            <p:ph idx="14" type="title"/>
          </p:nvPr>
        </p:nvSpPr>
        <p:spPr>
          <a:xfrm>
            <a:off x="342736" y="1750000"/>
            <a:ext cx="2650000" cy="450000"/>
          </a:xfrm>
          <a:prstGeom prst="rect">
            <a:avLst/>
          </a:prstGeom>
        </p:spPr>
        <p:txBody>
          <a:bodyPr anchorCtr="0" anchor="ctr" bIns="91425" lIns="91425" spcFirstLastPara="1" rIns="91425" wrap="square" tIns="91425">
            <a:noAutofit/>
          </a:bodyPr>
          <a:lstStyle/>
          <a:p>
            <a:pPr marL="0" indent="0" algn="l">
              <a:spcBef>
                <a:spcPts val="0"/>
              </a:spcBef>
              <a:buNone/>
            </a:pPr>
            <a:r>
              <a:rPr lang="en" sz="1800">
                <a:solidFill>
                  <a:schemeClr val="dk1"/>
                </a:solidFill>
              </a:rPr>
              <a:t>People at the shore</a:t>
            </a:r>
          </a:p>
        </p:txBody>
      </p:sp>
      <p:pic>
        <p:nvPicPr>
          <p:cNvPr id="901" name="Window bar" descr=""/>
          <p:cNvPicPr>
            <a:picLocks noChangeAspect="1"/>
          </p:cNvPicPr>
          <p:nvPr/>
        </p:nvPicPr>
        <p:blipFill>
          <a:blip r:embed="rId3"/>
          <a:srcRect l="66804"/>
          <a:stretch/>
        </p:blipFill>
        <p:spPr>
          <a:xfrm>
            <a:off x="422861" y="3001875"/>
            <a:ext cx="2472600" cy="265500"/>
          </a:xfrm>
          <a:prstGeom prst="rect">
            <a:avLst/>
          </a:prstGeom>
        </p:spPr>
      </p:pic>
      <p:pic>
        <p:nvPicPr>
          <p:cNvPr id="902" name="Screenshot" descr="Report form"/>
          <p:cNvPicPr>
            <a:picLocks noChangeAspect="1"/>
          </p:cNvPicPr>
          <p:nvPr/>
        </p:nvPicPr>
        <p:blipFill>
          <a:blip r:embed="rId4"/>
          <a:stretch>
            <a:fillRect/>
          </a:stretch>
        </p:blipFill>
        <p:spPr>
          <a:xfrm>
            <a:off x="434161" y="3250000"/>
            <a:ext cx="2450000" cy="760000"/>
          </a:xfrm>
          <a:prstGeom prst="rect">
            <a:avLst/>
          </a:prstGeom>
          <a:ln w="9525">
            <a:solidFill>
              <a:srgbClr val="707070"/>
            </a:solidFill>
          </a:ln>
        </p:spPr>
      </p:pic>
      <p:pic>
        <p:nvPicPr>
          <p:cNvPr id="903" name="Window bar" descr=""/>
          <p:cNvPicPr>
            <a:picLocks noChangeAspect="1"/>
          </p:cNvPicPr>
          <p:nvPr/>
        </p:nvPicPr>
        <p:blipFill>
          <a:blip r:embed="rId3"/>
          <a:srcRect l="66804"/>
          <a:stretch/>
        </p:blipFill>
        <p:spPr>
          <a:xfrm>
            <a:off x="3320073" y="3001875"/>
            <a:ext cx="2472600" cy="265500"/>
          </a:xfrm>
          <a:prstGeom prst="rect">
            <a:avLst/>
          </a:prstGeom>
        </p:spPr>
      </p:pic>
      <p:pic>
        <p:nvPicPr>
          <p:cNvPr id="904" name="Screenshot" descr="Sampling priority list"/>
          <p:cNvPicPr>
            <a:picLocks noChangeAspect="1"/>
          </p:cNvPicPr>
          <p:nvPr/>
        </p:nvPicPr>
        <p:blipFill>
          <a:blip r:embed="rId5"/>
          <a:stretch>
            <a:fillRect/>
          </a:stretch>
        </p:blipFill>
        <p:spPr>
          <a:xfrm>
            <a:off x="3331373" y="3250000"/>
            <a:ext cx="2450000" cy="760000"/>
          </a:xfrm>
          <a:prstGeom prst="rect">
            <a:avLst/>
          </a:prstGeom>
          <a:ln w="9525">
            <a:solidFill>
              <a:srgbClr val="707070"/>
            </a:solidFill>
          </a:ln>
        </p:spPr>
      </p:pic>
      <p:pic>
        <p:nvPicPr>
          <p:cNvPr id="905" name="Window bar" descr=""/>
          <p:cNvPicPr>
            <a:picLocks noChangeAspect="1"/>
          </p:cNvPicPr>
          <p:nvPr/>
        </p:nvPicPr>
        <p:blipFill>
          <a:blip r:embed="rId3"/>
          <a:srcRect l="66804"/>
          <a:stretch/>
        </p:blipFill>
        <p:spPr>
          <a:xfrm>
            <a:off x="6212737" y="3001875"/>
            <a:ext cx="2472600" cy="265500"/>
          </a:xfrm>
          <a:prstGeom prst="rect">
            <a:avLst/>
          </a:prstGeom>
        </p:spPr>
      </p:pic>
      <p:pic>
        <p:nvPicPr>
          <p:cNvPr id="906" name="Screenshot" descr="One Health section of a site page"/>
          <p:cNvPicPr>
            <a:picLocks noChangeAspect="1"/>
          </p:cNvPicPr>
          <p:nvPr/>
        </p:nvPicPr>
        <p:blipFill>
          <a:blip r:embed="rId6"/>
          <a:stretch>
            <a:fillRect/>
          </a:stretch>
        </p:blipFill>
        <p:spPr>
          <a:xfrm>
            <a:off x="6224037" y="3250000"/>
            <a:ext cx="2450000" cy="760000"/>
          </a:xfrm>
          <a:prstGeom prst="rect">
            <a:avLst/>
          </a:prstGeom>
          <a:ln w="9525">
            <a:solidFill>
              <a:srgbClr val="707070"/>
            </a:solidFill>
          </a:ln>
        </p:spPr>
      </p:pic>
      <p:sp>
        <p:nvSpPr>
          <p:cNvPr id="907" name="Panel"/>
          <p:cNvSpPr/>
          <p:nvPr/>
        </p:nvSpPr>
        <p:spPr>
          <a:xfrm>
            <a:off x="433000" y="4170000"/>
            <a:ext cx="8300000" cy="340000"/>
          </a:xfrm>
          <a:prstGeom prst="rect">
            <a:avLst/>
          </a:prstGeom>
          <a:solidFill>
            <a:srgbClr val="EFEFEF"/>
          </a:solidFill>
          <a:ln w="12700">
            <a:solidFill>
              <a:srgbClr val="707070"/>
            </a:solidFill>
          </a:ln>
        </p:spPr>
        <p:txBody>
          <a:bodyPr wrap="square" lIns="91425" tIns="45720" rIns="91425" bIns="45720" anchor="ctr">
            <a:noAutofit/>
          </a:bodyPr>
          <a:lstStyle/>
          <a:p>
            <a:pPr marL="0" indent="0" algn="l">
              <a:spcBef>
                <a:spcPts val="0"/>
              </a:spcBef>
              <a:buNone/>
            </a:pPr>
            <a:r>
              <a:rPr lang="en" sz="1200">
                <a:solidFill>
                  <a:schemeClr val="dk1"/>
                </a:solidFill>
                <a:latin typeface="Roboto Mono"/>
                <a:ea typeface="Roboto Mono"/>
                <a:cs typeface="Roboto Mono"/>
                <a:sym typeface="Roboto Mono"/>
              </a:rPr>
              <a:t>Next: field validation · shared reporting backend · operational agency data</a:t>
            </a:r>
          </a:p>
        </p:txBody>
      </p:sp>
      <p:sp>
        <p:nvSpPr>
          <p:cNvPr id="908" name="Text"/>
          <p:cNvSpPr txBox="1"/>
          <p:nvPr/>
        </p:nvSpPr>
        <p:spPr>
          <a:xfrm>
            <a:off x="341850" y="4510000"/>
            <a:ext cx="8400000" cy="330000"/>
          </a:xfrm>
          <a:prstGeom prst="rect">
            <a:avLst/>
          </a:prstGeom>
          <a:noFill/>
        </p:spPr>
        <p:txBody>
          <a:bodyPr wrap="square" lIns="91425" tIns="91425" rIns="91425" bIns="91425" anchor="t">
            <a:noAutofit/>
          </a:bodyPr>
          <a:lstStyle/>
          <a:p>
            <a:pPr marL="0" indent="0" algn="l">
              <a:spcBef>
                <a:spcPts val="0"/>
              </a:spcBef>
              <a:buNone/>
            </a:pPr>
            <a:r>
              <a:rPr lang="en" sz="1200">
                <a:solidFill>
                  <a:schemeClr val="dk1"/>
                </a:solidFill>
                <a:latin typeface="Roboto Mono"/>
                <a:ea typeface="Roboto Mono"/>
                <a:cs typeface="Roboto Mono"/>
                <a:sym typeface="Roboto Mono"/>
              </a:rPr>
              <a:t>Prototype: scores unvalidated; ranger outcomes simulated</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1"/>
          <p:cNvSpPr txBox="1"/>
          <p:nvPr>
            <p:ph type="title"/>
          </p:nvPr>
        </p:nvSpPr>
        <p:spPr>
          <a:xfrm>
            <a:off x="669775" y="1143000"/>
            <a:ext cx="3852300" cy="564000"/>
          </a:xfrm>
          <a:prstGeom prst="rect">
            <a:avLst/>
          </a:prstGeom>
        </p:spPr>
        <p:txBody>
          <a:bodyPr anchorCtr="0" anchor="ctr" bIns="91425" lIns="91425" spcFirstLastPara="1" rIns="91425" wrap="square" tIns="91425">
            <a:noAutofit/>
          </a:bodyPr>
          <a:lstStyle/>
          <a:p>
            <a:pPr marL="0" indent="0" algn="l">
              <a:spcBef>
                <a:spcPts val="0"/>
              </a:spcBef>
              <a:buNone/>
            </a:pPr>
            <a:r>
              <a:rPr lang="en">
                <a:solidFill>
                  <a:schemeClr val="dk1"/>
                </a:solidFill>
              </a:rPr>
              <a:t>Verdant</a:t>
            </a:r>
          </a:p>
        </p:txBody>
      </p:sp>
      <p:sp>
        <p:nvSpPr>
          <p:cNvPr id="373" name="Google Shape;373;p41"/>
          <p:cNvSpPr txBox="1"/>
          <p:nvPr>
            <p:ph idx="1" type="subTitle"/>
          </p:nvPr>
        </p:nvSpPr>
        <p:spPr>
          <a:xfrm>
            <a:off x="669775" y="1850750"/>
            <a:ext cx="4000000" cy="1300000"/>
          </a:xfrm>
          <a:prstGeom prst="rect">
            <a:avLst/>
          </a:prstGeom>
        </p:spPr>
        <p:txBody>
          <a:bodyPr anchorCtr="0" anchor="t" bIns="91425" lIns="91425" spcFirstLastPara="1" rIns="91425" wrap="square" tIns="91425">
            <a:noAutofit/>
          </a:bodyPr>
          <a:lstStyle/>
          <a:p>
            <a:pPr marL="0" indent="0" algn="l">
              <a:spcBef>
                <a:spcPts val="0"/>
              </a:spcBef>
              <a:buNone/>
            </a:pPr>
            <a:r>
              <a:rPr lang="en" sz="1300" b="1">
                <a:solidFill>
                  <a:schemeClr val="dk1"/>
                </a:solidFill>
              </a:rPr>
              <a:t>See the bloom before it becomes a warning</a:t>
            </a:r>
          </a:p>
          <a:p>
            <a:pPr marL="0" indent="0" algn="l">
              <a:spcBef>
                <a:spcPts val="500"/>
              </a:spcBef>
              <a:buNone/>
            </a:pPr>
            <a:r>
              <a:rPr lang="en" sz="1200">
                <a:solidFill>
                  <a:schemeClr val="dk1"/>
                </a:solidFill>
              </a:rPr>
              <a:t>verdant.albert14059.workers.dev</a:t>
            </a:r>
          </a:p>
        </p:txBody>
      </p:sp>
      <p:sp>
        <p:nvSpPr>
          <p:cNvPr id="374" name="Google Shape;374;p41"/>
          <p:cNvSpPr txBox="1"/>
          <p:nvPr/>
        </p:nvSpPr>
        <p:spPr>
          <a:xfrm>
            <a:off x="4941648" y="3180650"/>
            <a:ext cx="3206400" cy="260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000">
                <a:solidFill>
                  <a:schemeClr val="dk1"/>
                </a:solidFill>
                <a:latin typeface="Roboto Mono"/>
                <a:ea typeface="Roboto Mono"/>
                <a:cs typeface="Roboto Mono"/>
                <a:sym typeface="Roboto Mono"/>
              </a:rPr>
              <a:t>Please keep this slide for attribution</a:t>
            </a:r>
            <a:endParaRPr sz="1000">
              <a:solidFill>
                <a:schemeClr val="dk1"/>
              </a:solidFill>
              <a:latin typeface="Roboto Mono"/>
              <a:ea typeface="Roboto Mono"/>
              <a:cs typeface="Roboto Mono"/>
              <a:sym typeface="Roboto Mono"/>
            </a:endParaRPr>
          </a:p>
        </p:txBody>
      </p:sp>
      <p:sp>
        <p:nvSpPr>
          <p:cNvPr id="390" name="Google Shape;390;p41"/>
          <p:cNvSpPr txBox="1"/>
          <p:nvPr/>
        </p:nvSpPr>
        <p:spPr>
          <a:xfrm>
            <a:off x="341850" y="205291"/>
            <a:ext cx="4475400" cy="265500"/>
          </a:xfrm>
          <a:prstGeom prst="rect">
            <a:avLst/>
          </a:prstGeom>
          <a:noFill/>
          <a:ln>
            <a:noFill/>
          </a:ln>
        </p:spPr>
        <p:txBody>
          <a:bodyPr anchorCtr="0" anchor="ctr" bIns="91425" lIns="91425" spcFirstLastPara="1" rIns="91425" wrap="square" tIns="91425">
            <a:noAutofit/>
          </a:bodyPr>
          <a:lstStyle/>
          <a:p>
            <a:pPr marL="0" indent="0" algn="l">
              <a:spcBef>
                <a:spcPts val="0"/>
              </a:spcBef>
              <a:buNone/>
            </a:pPr>
            <a:r>
              <a:rPr lang="en" sz="1600">
                <a:solidFill>
                  <a:schemeClr val="dk1"/>
                </a:solidFill>
                <a:latin typeface="VT323"/>
                <a:ea typeface="VT323"/>
                <a:cs typeface="VT323"/>
                <a:sym typeface="VT323"/>
              </a:rPr>
              <a:t>Verdant</a:t>
            </a:r>
          </a:p>
        </p:txBody>
      </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y Presentation Template">
  <a:themeElements>
    <a:clrScheme name="Simple Light">
      <a:dk1>
        <a:srgbClr val="191919"/>
      </a:dk1>
      <a:lt1>
        <a:srgbClr val="EFEFEF"/>
      </a:lt1>
      <a:dk2>
        <a:srgbClr val="707070"/>
      </a:dk2>
      <a:lt2>
        <a:srgbClr val="C1C1B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Verdant</dc:title>
  <cp:lastModifiedBy>Verdant</cp:lastModifiedBy>
  <cp:revision>1</cp:revision>
  <dcterms:modified xsi:type="dcterms:W3CDTF">2026-10-05T00:03:40Z</dcterms:modified>
  <dc:creator>Verdant</dc:creator>
  <dc:subject>See the bloom before it becomes a warning</dc:subject>
  <dc:description/>
  <cp:keywords/>
</cp:coreProperties>
</file>